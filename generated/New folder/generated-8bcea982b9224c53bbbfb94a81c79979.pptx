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Ana</c:v>
                </c:pt>
                <c:pt idx="1">
                  <c:v>Ben</c:v>
                </c:pt>
                <c:pt idx="2">
                  <c:v>Charlie</c:v>
                </c:pt>
                <c:pt idx="3">
                  <c:v>Delta</c:v>
                </c:pt>
                <c:pt idx="4">
                  <c:v>Ellie</c:v>
                </c:pt>
                <c:pt idx="5">
                  <c:v>Fin</c:v>
                </c:pt>
                <c:pt idx="6">
                  <c:v>Gale</c:v>
                </c:pt>
                <c:pt idx="7">
                  <c:v>Hannah</c:v>
                </c:pt>
                <c:pt idx="8">
                  <c:v>Irilea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40</c:v>
                </c:pt>
                <c:pt idx="1">
                  <c:v>15</c:v>
                </c:pt>
                <c:pt idx="2">
                  <c:v>16</c:v>
                </c:pt>
                <c:pt idx="3">
                  <c:v>12</c:v>
                </c:pt>
                <c:pt idx="4">
                  <c:v>16</c:v>
                </c:pt>
                <c:pt idx="5">
                  <c:v>16</c:v>
                </c:pt>
                <c:pt idx="6">
                  <c:v>25</c:v>
                </c:pt>
                <c:pt idx="7">
                  <c:v>26</c:v>
                </c:pt>
                <c:pt idx="8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16-44D4-838A-3D7ECF55E7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91904352"/>
        <c:axId val="752307088"/>
      </c:lineChart>
      <c:catAx>
        <c:axId val="791904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2307088"/>
        <c:crosses val="autoZero"/>
        <c:auto val="1"/>
        <c:lblAlgn val="ctr"/>
        <c:lblOffset val="100"/>
        <c:noMultiLvlLbl val="0"/>
      </c:catAx>
      <c:valAx>
        <c:axId val="752307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1904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smooth val="0"/>
          <c:extLst>
            <c:ext xmlns:c16="http://schemas.microsoft.com/office/drawing/2014/chart" uri="{C3380CC4-5D6E-409C-BE32-E72D297353CC}">
              <c16:uniqueId val="{00000000-0019-4E0B-8461-BC9D81EC97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93308432"/>
        <c:axId val="752217808"/>
      </c:scatterChart>
      <c:valAx>
        <c:axId val="893308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2217808"/>
        <c:crosses val="autoZero"/>
        <c:crossBetween val="midCat"/>
      </c:valAx>
      <c:valAx>
        <c:axId val="752217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33084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Sheet1!$A$2:$A$888</c:f>
              <c:strCache>
                <c:ptCount val="88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</c:strCache>
            </c:strRef>
          </c:cat>
          <c:val>
            <c:numRef>
              <c:f>Sheet1!$B$2:$B$888</c:f>
              <c:numCache>
                <c:formatCode>General</c:formatCode>
                <c:ptCount val="887"/>
                <c:pt idx="0">
                  <c:v>1000.1</c:v>
                </c:pt>
                <c:pt idx="1">
                  <c:v>1000.2</c:v>
                </c:pt>
                <c:pt idx="2">
                  <c:v>1000.3</c:v>
                </c:pt>
                <c:pt idx="3">
                  <c:v>1000.4</c:v>
                </c:pt>
                <c:pt idx="4">
                  <c:v>1000.5</c:v>
                </c:pt>
                <c:pt idx="5">
                  <c:v>1000.6</c:v>
                </c:pt>
                <c:pt idx="6">
                  <c:v>1000.7</c:v>
                </c:pt>
                <c:pt idx="7">
                  <c:v>1000.8</c:v>
                </c:pt>
                <c:pt idx="8">
                  <c:v>1000.9</c:v>
                </c:pt>
                <c:pt idx="9">
                  <c:v>1001.0</c:v>
                </c:pt>
                <c:pt idx="10">
                  <c:v>1001.1</c:v>
                </c:pt>
                <c:pt idx="11">
                  <c:v>1001.2</c:v>
                </c:pt>
                <c:pt idx="12">
                  <c:v>1001.3</c:v>
                </c:pt>
                <c:pt idx="13">
                  <c:v>1001.4</c:v>
                </c:pt>
                <c:pt idx="14">
                  <c:v>1001.5</c:v>
                </c:pt>
                <c:pt idx="15">
                  <c:v>1001.6</c:v>
                </c:pt>
                <c:pt idx="16">
                  <c:v>1001.7</c:v>
                </c:pt>
                <c:pt idx="17">
                  <c:v>1001.8</c:v>
                </c:pt>
                <c:pt idx="18">
                  <c:v>1001.9</c:v>
                </c:pt>
                <c:pt idx="19">
                  <c:v>1002.0</c:v>
                </c:pt>
                <c:pt idx="20">
                  <c:v>1002.1</c:v>
                </c:pt>
                <c:pt idx="21">
                  <c:v>1002.2</c:v>
                </c:pt>
                <c:pt idx="22">
                  <c:v>1002.3</c:v>
                </c:pt>
                <c:pt idx="23">
                  <c:v>1002.4</c:v>
                </c:pt>
                <c:pt idx="24">
                  <c:v>1002.5</c:v>
                </c:pt>
                <c:pt idx="25">
                  <c:v>1002.6</c:v>
                </c:pt>
                <c:pt idx="26">
                  <c:v>1002.7</c:v>
                </c:pt>
                <c:pt idx="27">
                  <c:v>1002.8</c:v>
                </c:pt>
                <c:pt idx="28">
                  <c:v>1002.9</c:v>
                </c:pt>
                <c:pt idx="29">
                  <c:v>1003.0</c:v>
                </c:pt>
                <c:pt idx="30">
                  <c:v>1003.1</c:v>
                </c:pt>
                <c:pt idx="31">
                  <c:v>1003.2</c:v>
                </c:pt>
                <c:pt idx="32">
                  <c:v>1003.3</c:v>
                </c:pt>
                <c:pt idx="33">
                  <c:v>1003.4</c:v>
                </c:pt>
                <c:pt idx="34">
                  <c:v>1003.5</c:v>
                </c:pt>
                <c:pt idx="35">
                  <c:v>1003.6</c:v>
                </c:pt>
                <c:pt idx="36">
                  <c:v>1003.7</c:v>
                </c:pt>
                <c:pt idx="37">
                  <c:v>1003.8</c:v>
                </c:pt>
                <c:pt idx="38">
                  <c:v>1003.9</c:v>
                </c:pt>
                <c:pt idx="39">
                  <c:v>1004.0</c:v>
                </c:pt>
                <c:pt idx="40">
                  <c:v>1004.1</c:v>
                </c:pt>
                <c:pt idx="41">
                  <c:v>1004.2</c:v>
                </c:pt>
                <c:pt idx="42">
                  <c:v>1004.3</c:v>
                </c:pt>
                <c:pt idx="43">
                  <c:v>1004.4</c:v>
                </c:pt>
                <c:pt idx="44">
                  <c:v>1004.5</c:v>
                </c:pt>
                <c:pt idx="45">
                  <c:v>1004.6</c:v>
                </c:pt>
                <c:pt idx="46">
                  <c:v>1004.7</c:v>
                </c:pt>
                <c:pt idx="47">
                  <c:v>1004.8</c:v>
                </c:pt>
                <c:pt idx="48">
                  <c:v>1004.9</c:v>
                </c:pt>
                <c:pt idx="49">
                  <c:v>1005.0</c:v>
                </c:pt>
                <c:pt idx="50">
                  <c:v>1005.1</c:v>
                </c:pt>
                <c:pt idx="51">
                  <c:v>1005.2</c:v>
                </c:pt>
                <c:pt idx="52">
                  <c:v>1005.3</c:v>
                </c:pt>
                <c:pt idx="53">
                  <c:v>1005.4</c:v>
                </c:pt>
                <c:pt idx="54">
                  <c:v>1005.5</c:v>
                </c:pt>
                <c:pt idx="55">
                  <c:v>1005.6</c:v>
                </c:pt>
                <c:pt idx="56">
                  <c:v>1005.7</c:v>
                </c:pt>
                <c:pt idx="57">
                  <c:v>1005.8</c:v>
                </c:pt>
                <c:pt idx="58">
                  <c:v>1005.9</c:v>
                </c:pt>
                <c:pt idx="59">
                  <c:v>1006.0</c:v>
                </c:pt>
                <c:pt idx="60">
                  <c:v>1006.1</c:v>
                </c:pt>
                <c:pt idx="61">
                  <c:v>1006.2</c:v>
                </c:pt>
                <c:pt idx="62">
                  <c:v>1006.3</c:v>
                </c:pt>
                <c:pt idx="63">
                  <c:v>1006.4</c:v>
                </c:pt>
                <c:pt idx="64">
                  <c:v>1006.5</c:v>
                </c:pt>
                <c:pt idx="65">
                  <c:v>1006.6</c:v>
                </c:pt>
                <c:pt idx="66">
                  <c:v>1006.7</c:v>
                </c:pt>
                <c:pt idx="67">
                  <c:v>1006.8</c:v>
                </c:pt>
                <c:pt idx="68">
                  <c:v>1006.9</c:v>
                </c:pt>
                <c:pt idx="69">
                  <c:v>1007.0</c:v>
                </c:pt>
                <c:pt idx="70">
                  <c:v>1007.1</c:v>
                </c:pt>
                <c:pt idx="71">
                  <c:v>1007.2</c:v>
                </c:pt>
                <c:pt idx="72">
                  <c:v>1007.3</c:v>
                </c:pt>
                <c:pt idx="73">
                  <c:v>1007.4</c:v>
                </c:pt>
                <c:pt idx="74">
                  <c:v>1007.5</c:v>
                </c:pt>
                <c:pt idx="75">
                  <c:v>1007.6</c:v>
                </c:pt>
                <c:pt idx="76">
                  <c:v>1007.7</c:v>
                </c:pt>
                <c:pt idx="77">
                  <c:v>1007.8</c:v>
                </c:pt>
                <c:pt idx="78">
                  <c:v>1007.9</c:v>
                </c:pt>
                <c:pt idx="79">
                  <c:v>1008.0</c:v>
                </c:pt>
                <c:pt idx="80">
                  <c:v>1008.1</c:v>
                </c:pt>
                <c:pt idx="81">
                  <c:v>1008.2</c:v>
                </c:pt>
                <c:pt idx="82">
                  <c:v>1008.3</c:v>
                </c:pt>
                <c:pt idx="83">
                  <c:v>1008.4</c:v>
                </c:pt>
                <c:pt idx="84">
                  <c:v>1008.5</c:v>
                </c:pt>
                <c:pt idx="85">
                  <c:v>1008.6</c:v>
                </c:pt>
                <c:pt idx="86">
                  <c:v>1008.7</c:v>
                </c:pt>
                <c:pt idx="87">
                  <c:v>1008.8</c:v>
                </c:pt>
                <c:pt idx="88">
                  <c:v>1008.9</c:v>
                </c:pt>
                <c:pt idx="89">
                  <c:v>1009.0</c:v>
                </c:pt>
                <c:pt idx="90">
                  <c:v>1009.1</c:v>
                </c:pt>
                <c:pt idx="91">
                  <c:v>1009.2</c:v>
                </c:pt>
                <c:pt idx="92">
                  <c:v>1009.3</c:v>
                </c:pt>
                <c:pt idx="93">
                  <c:v>1009.4</c:v>
                </c:pt>
                <c:pt idx="94">
                  <c:v>1009.5</c:v>
                </c:pt>
                <c:pt idx="95">
                  <c:v>1009.6</c:v>
                </c:pt>
                <c:pt idx="96">
                  <c:v>1009.7</c:v>
                </c:pt>
                <c:pt idx="97">
                  <c:v>1009.8</c:v>
                </c:pt>
                <c:pt idx="98">
                  <c:v>1009.9</c:v>
                </c:pt>
                <c:pt idx="99">
                  <c:v>1010.0</c:v>
                </c:pt>
                <c:pt idx="100">
                  <c:v>1010.1</c:v>
                </c:pt>
                <c:pt idx="101">
                  <c:v>1010.2</c:v>
                </c:pt>
                <c:pt idx="102">
                  <c:v>1010.3</c:v>
                </c:pt>
                <c:pt idx="103">
                  <c:v>1010.4</c:v>
                </c:pt>
                <c:pt idx="104">
                  <c:v>1010.5</c:v>
                </c:pt>
                <c:pt idx="105">
                  <c:v>1010.6</c:v>
                </c:pt>
                <c:pt idx="106">
                  <c:v>1010.7</c:v>
                </c:pt>
                <c:pt idx="107">
                  <c:v>1010.8</c:v>
                </c:pt>
                <c:pt idx="108">
                  <c:v>1010.9</c:v>
                </c:pt>
                <c:pt idx="109">
                  <c:v>1011.0</c:v>
                </c:pt>
                <c:pt idx="110">
                  <c:v>1011.1</c:v>
                </c:pt>
                <c:pt idx="111">
                  <c:v>1011.2</c:v>
                </c:pt>
                <c:pt idx="112">
                  <c:v>1011.3</c:v>
                </c:pt>
                <c:pt idx="113">
                  <c:v>1011.4</c:v>
                </c:pt>
                <c:pt idx="114">
                  <c:v>1011.5</c:v>
                </c:pt>
                <c:pt idx="115">
                  <c:v>1011.6</c:v>
                </c:pt>
                <c:pt idx="116">
                  <c:v>1011.7</c:v>
                </c:pt>
                <c:pt idx="117">
                  <c:v>1011.8</c:v>
                </c:pt>
                <c:pt idx="118">
                  <c:v>1011.9</c:v>
                </c:pt>
                <c:pt idx="119">
                  <c:v>1012.0</c:v>
                </c:pt>
                <c:pt idx="120">
                  <c:v>1012.1</c:v>
                </c:pt>
                <c:pt idx="121">
                  <c:v>1012.2</c:v>
                </c:pt>
                <c:pt idx="122">
                  <c:v>1012.3</c:v>
                </c:pt>
                <c:pt idx="123">
                  <c:v>1012.4</c:v>
                </c:pt>
                <c:pt idx="124">
                  <c:v>1012.5</c:v>
                </c:pt>
                <c:pt idx="125">
                  <c:v>1012.6</c:v>
                </c:pt>
                <c:pt idx="126">
                  <c:v>1012.7</c:v>
                </c:pt>
                <c:pt idx="127">
                  <c:v>1012.8</c:v>
                </c:pt>
                <c:pt idx="128">
                  <c:v>1012.9</c:v>
                </c:pt>
                <c:pt idx="129">
                  <c:v>1013.0</c:v>
                </c:pt>
                <c:pt idx="130">
                  <c:v>1013.1</c:v>
                </c:pt>
                <c:pt idx="131">
                  <c:v>1013.2</c:v>
                </c:pt>
                <c:pt idx="132">
                  <c:v>1013.3</c:v>
                </c:pt>
                <c:pt idx="133">
                  <c:v>1013.4</c:v>
                </c:pt>
                <c:pt idx="134">
                  <c:v>1013.5</c:v>
                </c:pt>
                <c:pt idx="135">
                  <c:v>1013.6</c:v>
                </c:pt>
                <c:pt idx="136">
                  <c:v>1013.7</c:v>
                </c:pt>
                <c:pt idx="137">
                  <c:v>1013.8</c:v>
                </c:pt>
                <c:pt idx="138">
                  <c:v>1013.9</c:v>
                </c:pt>
                <c:pt idx="139">
                  <c:v>1014.0</c:v>
                </c:pt>
                <c:pt idx="140">
                  <c:v>1014.1</c:v>
                </c:pt>
                <c:pt idx="141">
                  <c:v>1014.2</c:v>
                </c:pt>
                <c:pt idx="142">
                  <c:v>1014.3</c:v>
                </c:pt>
                <c:pt idx="143">
                  <c:v>1014.4</c:v>
                </c:pt>
                <c:pt idx="144">
                  <c:v>1014.5</c:v>
                </c:pt>
                <c:pt idx="145">
                  <c:v>1014.6</c:v>
                </c:pt>
                <c:pt idx="146">
                  <c:v>1014.7</c:v>
                </c:pt>
                <c:pt idx="147">
                  <c:v>1014.8</c:v>
                </c:pt>
                <c:pt idx="148">
                  <c:v>1014.9</c:v>
                </c:pt>
                <c:pt idx="149">
                  <c:v>1015.0</c:v>
                </c:pt>
                <c:pt idx="150">
                  <c:v>1015.1</c:v>
                </c:pt>
                <c:pt idx="151">
                  <c:v>1015.2</c:v>
                </c:pt>
                <c:pt idx="152">
                  <c:v>1015.3</c:v>
                </c:pt>
                <c:pt idx="153">
                  <c:v>1015.4</c:v>
                </c:pt>
                <c:pt idx="154">
                  <c:v>1015.5</c:v>
                </c:pt>
                <c:pt idx="155">
                  <c:v>1015.6</c:v>
                </c:pt>
                <c:pt idx="156">
                  <c:v>1015.7</c:v>
                </c:pt>
                <c:pt idx="157">
                  <c:v>1015.8</c:v>
                </c:pt>
                <c:pt idx="158">
                  <c:v>1015.9</c:v>
                </c:pt>
                <c:pt idx="159">
                  <c:v>1016.0</c:v>
                </c:pt>
                <c:pt idx="160">
                  <c:v>1016.1</c:v>
                </c:pt>
                <c:pt idx="161">
                  <c:v>1016.2</c:v>
                </c:pt>
                <c:pt idx="162">
                  <c:v>1016.3</c:v>
                </c:pt>
                <c:pt idx="163">
                  <c:v>1016.4</c:v>
                </c:pt>
                <c:pt idx="164">
                  <c:v>1016.5</c:v>
                </c:pt>
                <c:pt idx="165">
                  <c:v>1016.6</c:v>
                </c:pt>
                <c:pt idx="166">
                  <c:v>1016.7</c:v>
                </c:pt>
                <c:pt idx="167">
                  <c:v>1016.8</c:v>
                </c:pt>
                <c:pt idx="168">
                  <c:v>1016.9</c:v>
                </c:pt>
                <c:pt idx="169">
                  <c:v>1017.0</c:v>
                </c:pt>
                <c:pt idx="170">
                  <c:v>1017.1</c:v>
                </c:pt>
                <c:pt idx="171">
                  <c:v>1017.2</c:v>
                </c:pt>
                <c:pt idx="172">
                  <c:v>1017.3</c:v>
                </c:pt>
                <c:pt idx="173">
                  <c:v>1017.4</c:v>
                </c:pt>
                <c:pt idx="174">
                  <c:v>1017.5</c:v>
                </c:pt>
                <c:pt idx="175">
                  <c:v>1017.6</c:v>
                </c:pt>
                <c:pt idx="176">
                  <c:v>1017.7</c:v>
                </c:pt>
                <c:pt idx="177">
                  <c:v>1017.8</c:v>
                </c:pt>
                <c:pt idx="178">
                  <c:v>1017.9</c:v>
                </c:pt>
                <c:pt idx="179">
                  <c:v>1018.0</c:v>
                </c:pt>
                <c:pt idx="180">
                  <c:v>1018.1</c:v>
                </c:pt>
                <c:pt idx="181">
                  <c:v>1018.2</c:v>
                </c:pt>
                <c:pt idx="182">
                  <c:v>1018.3</c:v>
                </c:pt>
                <c:pt idx="183">
                  <c:v>1018.4</c:v>
                </c:pt>
                <c:pt idx="184">
                  <c:v>1018.5</c:v>
                </c:pt>
                <c:pt idx="185">
                  <c:v>1018.6</c:v>
                </c:pt>
                <c:pt idx="186">
                  <c:v>1018.7</c:v>
                </c:pt>
                <c:pt idx="187">
                  <c:v>1018.8</c:v>
                </c:pt>
                <c:pt idx="188">
                  <c:v>1018.9</c:v>
                </c:pt>
                <c:pt idx="189">
                  <c:v>1019.0</c:v>
                </c:pt>
                <c:pt idx="190">
                  <c:v>1019.1</c:v>
                </c:pt>
                <c:pt idx="191">
                  <c:v>1019.2</c:v>
                </c:pt>
                <c:pt idx="192">
                  <c:v>1019.3</c:v>
                </c:pt>
                <c:pt idx="193">
                  <c:v>1019.4</c:v>
                </c:pt>
                <c:pt idx="194">
                  <c:v>1019.5</c:v>
                </c:pt>
                <c:pt idx="195">
                  <c:v>1019.6</c:v>
                </c:pt>
                <c:pt idx="196">
                  <c:v>1019.7</c:v>
                </c:pt>
                <c:pt idx="197">
                  <c:v>1019.8</c:v>
                </c:pt>
                <c:pt idx="198">
                  <c:v>1019.9</c:v>
                </c:pt>
                <c:pt idx="199">
                  <c:v>1020.0</c:v>
                </c:pt>
                <c:pt idx="200">
                  <c:v>1020.1</c:v>
                </c:pt>
                <c:pt idx="201">
                  <c:v>1020.2</c:v>
                </c:pt>
                <c:pt idx="202">
                  <c:v>1020.3</c:v>
                </c:pt>
                <c:pt idx="203">
                  <c:v>1020.4</c:v>
                </c:pt>
                <c:pt idx="204">
                  <c:v>1020.5</c:v>
                </c:pt>
                <c:pt idx="205">
                  <c:v>1020.6</c:v>
                </c:pt>
                <c:pt idx="206">
                  <c:v>1020.7</c:v>
                </c:pt>
                <c:pt idx="207">
                  <c:v>1020.8</c:v>
                </c:pt>
                <c:pt idx="208">
                  <c:v>1020.9</c:v>
                </c:pt>
                <c:pt idx="209">
                  <c:v>1021.0</c:v>
                </c:pt>
                <c:pt idx="210">
                  <c:v>1021.1</c:v>
                </c:pt>
                <c:pt idx="211">
                  <c:v>1021.2</c:v>
                </c:pt>
                <c:pt idx="212">
                  <c:v>1021.3</c:v>
                </c:pt>
                <c:pt idx="213">
                  <c:v>1021.4</c:v>
                </c:pt>
                <c:pt idx="214">
                  <c:v>1021.5</c:v>
                </c:pt>
                <c:pt idx="215">
                  <c:v>1021.6</c:v>
                </c:pt>
                <c:pt idx="216">
                  <c:v>1021.7</c:v>
                </c:pt>
                <c:pt idx="217">
                  <c:v>1021.8</c:v>
                </c:pt>
                <c:pt idx="218">
                  <c:v>1021.9</c:v>
                </c:pt>
                <c:pt idx="219">
                  <c:v>1022.00000000001</c:v>
                </c:pt>
                <c:pt idx="220">
                  <c:v>1022.10000000001</c:v>
                </c:pt>
                <c:pt idx="221">
                  <c:v>1022.20000000001</c:v>
                </c:pt>
                <c:pt idx="222">
                  <c:v>1022.30000000001</c:v>
                </c:pt>
                <c:pt idx="223">
                  <c:v>1022.40000000001</c:v>
                </c:pt>
                <c:pt idx="224">
                  <c:v>1022.50000000001</c:v>
                </c:pt>
                <c:pt idx="225">
                  <c:v>1022.60000000001</c:v>
                </c:pt>
                <c:pt idx="226">
                  <c:v>1022.70000000001</c:v>
                </c:pt>
                <c:pt idx="227">
                  <c:v>1022.80000000001</c:v>
                </c:pt>
                <c:pt idx="228">
                  <c:v>1022.90000000001</c:v>
                </c:pt>
                <c:pt idx="229">
                  <c:v>1023.00000000001</c:v>
                </c:pt>
                <c:pt idx="230">
                  <c:v>1023.10000000001</c:v>
                </c:pt>
                <c:pt idx="231">
                  <c:v>1023.20000000001</c:v>
                </c:pt>
                <c:pt idx="232">
                  <c:v>1023.30000000001</c:v>
                </c:pt>
                <c:pt idx="233">
                  <c:v>1023.40000000001</c:v>
                </c:pt>
                <c:pt idx="234">
                  <c:v>1023.50000000001</c:v>
                </c:pt>
                <c:pt idx="235">
                  <c:v>1023.60000000001</c:v>
                </c:pt>
                <c:pt idx="236">
                  <c:v>1023.70000000001</c:v>
                </c:pt>
                <c:pt idx="237">
                  <c:v>1023.80000000001</c:v>
                </c:pt>
                <c:pt idx="238">
                  <c:v>1023.90000000001</c:v>
                </c:pt>
                <c:pt idx="239">
                  <c:v>1024.00000000001</c:v>
                </c:pt>
                <c:pt idx="240">
                  <c:v>1024.10000000001</c:v>
                </c:pt>
                <c:pt idx="241">
                  <c:v>1024.20000000001</c:v>
                </c:pt>
                <c:pt idx="242">
                  <c:v>1024.30000000001</c:v>
                </c:pt>
                <c:pt idx="243">
                  <c:v>1024.40000000001</c:v>
                </c:pt>
                <c:pt idx="244">
                  <c:v>1024.50000000001</c:v>
                </c:pt>
                <c:pt idx="245">
                  <c:v>1024.60000000001</c:v>
                </c:pt>
                <c:pt idx="246">
                  <c:v>1024.70000000001</c:v>
                </c:pt>
                <c:pt idx="247">
                  <c:v>1024.80000000001</c:v>
                </c:pt>
                <c:pt idx="248">
                  <c:v>1024.90000000001</c:v>
                </c:pt>
                <c:pt idx="249">
                  <c:v>1025.00000000001</c:v>
                </c:pt>
                <c:pt idx="250">
                  <c:v>1025.10000000001</c:v>
                </c:pt>
                <c:pt idx="251">
                  <c:v>1025.20000000001</c:v>
                </c:pt>
                <c:pt idx="252">
                  <c:v>1025.30000000001</c:v>
                </c:pt>
                <c:pt idx="253">
                  <c:v>1025.40000000001</c:v>
                </c:pt>
                <c:pt idx="254">
                  <c:v>1025.50000000001</c:v>
                </c:pt>
                <c:pt idx="255">
                  <c:v>1025.60000000001</c:v>
                </c:pt>
                <c:pt idx="256">
                  <c:v>1025.70000000001</c:v>
                </c:pt>
                <c:pt idx="257">
                  <c:v>1025.80000000001</c:v>
                </c:pt>
                <c:pt idx="258">
                  <c:v>1025.90000000001</c:v>
                </c:pt>
                <c:pt idx="259">
                  <c:v>1026.00000000001</c:v>
                </c:pt>
                <c:pt idx="260">
                  <c:v>1026.10000000001</c:v>
                </c:pt>
                <c:pt idx="261">
                  <c:v>1026.20000000001</c:v>
                </c:pt>
                <c:pt idx="262">
                  <c:v>1026.30000000001</c:v>
                </c:pt>
                <c:pt idx="263">
                  <c:v>1026.40000000001</c:v>
                </c:pt>
                <c:pt idx="264">
                  <c:v>1026.50000000001</c:v>
                </c:pt>
                <c:pt idx="265">
                  <c:v>1026.60000000001</c:v>
                </c:pt>
                <c:pt idx="266">
                  <c:v>1026.70000000001</c:v>
                </c:pt>
                <c:pt idx="267">
                  <c:v>1026.80000000001</c:v>
                </c:pt>
                <c:pt idx="268">
                  <c:v>1026.90000000001</c:v>
                </c:pt>
                <c:pt idx="269">
                  <c:v>1027.00000000001</c:v>
                </c:pt>
                <c:pt idx="270">
                  <c:v>1027.10000000001</c:v>
                </c:pt>
                <c:pt idx="271">
                  <c:v>1027.20000000001</c:v>
                </c:pt>
                <c:pt idx="272">
                  <c:v>1027.30000000001</c:v>
                </c:pt>
                <c:pt idx="273">
                  <c:v>1027.40000000001</c:v>
                </c:pt>
                <c:pt idx="274">
                  <c:v>1027.50000000001</c:v>
                </c:pt>
                <c:pt idx="275">
                  <c:v>1027.60000000001</c:v>
                </c:pt>
                <c:pt idx="276">
                  <c:v>1027.70000000001</c:v>
                </c:pt>
                <c:pt idx="277">
                  <c:v>1027.80000000001</c:v>
                </c:pt>
                <c:pt idx="278">
                  <c:v>1027.90000000001</c:v>
                </c:pt>
                <c:pt idx="279">
                  <c:v>1028.00000000001</c:v>
                </c:pt>
                <c:pt idx="280">
                  <c:v>1028.10000000001</c:v>
                </c:pt>
                <c:pt idx="281">
                  <c:v>1028.20000000001</c:v>
                </c:pt>
                <c:pt idx="282">
                  <c:v>1028.30000000001</c:v>
                </c:pt>
                <c:pt idx="283">
                  <c:v>1028.40000000001</c:v>
                </c:pt>
                <c:pt idx="284">
                  <c:v>1028.50000000001</c:v>
                </c:pt>
                <c:pt idx="285">
                  <c:v>1028.60000000001</c:v>
                </c:pt>
                <c:pt idx="286">
                  <c:v>1028.70000000001</c:v>
                </c:pt>
                <c:pt idx="287">
                  <c:v>1028.80000000001</c:v>
                </c:pt>
                <c:pt idx="288">
                  <c:v>1028.90000000001</c:v>
                </c:pt>
                <c:pt idx="289">
                  <c:v>1029.00000000001</c:v>
                </c:pt>
                <c:pt idx="290">
                  <c:v>1029.10000000001</c:v>
                </c:pt>
                <c:pt idx="291">
                  <c:v>1029.20000000001</c:v>
                </c:pt>
                <c:pt idx="292">
                  <c:v>1029.30000000001</c:v>
                </c:pt>
                <c:pt idx="293">
                  <c:v>1029.40000000001</c:v>
                </c:pt>
                <c:pt idx="294">
                  <c:v>1029.50000000001</c:v>
                </c:pt>
                <c:pt idx="295">
                  <c:v>1029.60000000001</c:v>
                </c:pt>
                <c:pt idx="296">
                  <c:v>1029.70000000001</c:v>
                </c:pt>
                <c:pt idx="297">
                  <c:v>1029.80000000001</c:v>
                </c:pt>
                <c:pt idx="298">
                  <c:v>1029.90000000001</c:v>
                </c:pt>
                <c:pt idx="299">
                  <c:v>1030.00000000001</c:v>
                </c:pt>
                <c:pt idx="300">
                  <c:v>1030.10000000001</c:v>
                </c:pt>
                <c:pt idx="301">
                  <c:v>1030.20000000001</c:v>
                </c:pt>
                <c:pt idx="302">
                  <c:v>1030.30000000001</c:v>
                </c:pt>
                <c:pt idx="303">
                  <c:v>1030.40000000001</c:v>
                </c:pt>
                <c:pt idx="304">
                  <c:v>1030.50000000001</c:v>
                </c:pt>
                <c:pt idx="305">
                  <c:v>1030.60000000001</c:v>
                </c:pt>
                <c:pt idx="306">
                  <c:v>1030.70000000001</c:v>
                </c:pt>
                <c:pt idx="307">
                  <c:v>1030.80000000001</c:v>
                </c:pt>
                <c:pt idx="308">
                  <c:v>1030.90000000001</c:v>
                </c:pt>
                <c:pt idx="309">
                  <c:v>1031.00000000001</c:v>
                </c:pt>
                <c:pt idx="310">
                  <c:v>1031.10000000001</c:v>
                </c:pt>
                <c:pt idx="311">
                  <c:v>1031.20000000001</c:v>
                </c:pt>
                <c:pt idx="312">
                  <c:v>1031.30000000001</c:v>
                </c:pt>
                <c:pt idx="313">
                  <c:v>1031.40000000001</c:v>
                </c:pt>
                <c:pt idx="314">
                  <c:v>1031.50000000001</c:v>
                </c:pt>
                <c:pt idx="315">
                  <c:v>1031.60000000001</c:v>
                </c:pt>
                <c:pt idx="316">
                  <c:v>1031.70000000001</c:v>
                </c:pt>
                <c:pt idx="317">
                  <c:v>1031.80000000001</c:v>
                </c:pt>
                <c:pt idx="318">
                  <c:v>1031.90000000001</c:v>
                </c:pt>
                <c:pt idx="319">
                  <c:v>1032.00000000001</c:v>
                </c:pt>
                <c:pt idx="320">
                  <c:v>1032.10000000001</c:v>
                </c:pt>
                <c:pt idx="321">
                  <c:v>1032.20000000001</c:v>
                </c:pt>
                <c:pt idx="322">
                  <c:v>1032.30000000001</c:v>
                </c:pt>
                <c:pt idx="323">
                  <c:v>1032.40000000001</c:v>
                </c:pt>
                <c:pt idx="324">
                  <c:v>1032.50000000001</c:v>
                </c:pt>
                <c:pt idx="325">
                  <c:v>1032.60000000001</c:v>
                </c:pt>
                <c:pt idx="326">
                  <c:v>1032.70000000001</c:v>
                </c:pt>
                <c:pt idx="327">
                  <c:v>1032.80000000001</c:v>
                </c:pt>
                <c:pt idx="328">
                  <c:v>1032.90000000001</c:v>
                </c:pt>
                <c:pt idx="329">
                  <c:v>1033.00000000001</c:v>
                </c:pt>
                <c:pt idx="330">
                  <c:v>1033.10000000001</c:v>
                </c:pt>
                <c:pt idx="331">
                  <c:v>1033.20000000001</c:v>
                </c:pt>
                <c:pt idx="332">
                  <c:v>1033.30000000001</c:v>
                </c:pt>
                <c:pt idx="333">
                  <c:v>1033.40000000001</c:v>
                </c:pt>
                <c:pt idx="334">
                  <c:v>1033.50000000001</c:v>
                </c:pt>
                <c:pt idx="335">
                  <c:v>1033.60000000001</c:v>
                </c:pt>
                <c:pt idx="336">
                  <c:v>1033.70000000001</c:v>
                </c:pt>
                <c:pt idx="337">
                  <c:v>1033.80000000001</c:v>
                </c:pt>
                <c:pt idx="338">
                  <c:v>1033.90000000001</c:v>
                </c:pt>
                <c:pt idx="339">
                  <c:v>1034.00000000001</c:v>
                </c:pt>
                <c:pt idx="340">
                  <c:v>1034.10000000001</c:v>
                </c:pt>
                <c:pt idx="341">
                  <c:v>1034.20000000001</c:v>
                </c:pt>
                <c:pt idx="342">
                  <c:v>1034.30000000001</c:v>
                </c:pt>
                <c:pt idx="343">
                  <c:v>1034.40000000001</c:v>
                </c:pt>
                <c:pt idx="344">
                  <c:v>1034.50000000001</c:v>
                </c:pt>
                <c:pt idx="345">
                  <c:v>1034.60000000001</c:v>
                </c:pt>
                <c:pt idx="346">
                  <c:v>1034.70000000001</c:v>
                </c:pt>
                <c:pt idx="347">
                  <c:v>1034.80000000001</c:v>
                </c:pt>
                <c:pt idx="348">
                  <c:v>1034.90000000001</c:v>
                </c:pt>
                <c:pt idx="349">
                  <c:v>1035.00000000001</c:v>
                </c:pt>
                <c:pt idx="350">
                  <c:v>1035.10000000001</c:v>
                </c:pt>
                <c:pt idx="351">
                  <c:v>1035.20000000001</c:v>
                </c:pt>
                <c:pt idx="352">
                  <c:v>1035.30000000001</c:v>
                </c:pt>
                <c:pt idx="353">
                  <c:v>1035.40000000001</c:v>
                </c:pt>
                <c:pt idx="354">
                  <c:v>1035.50000000001</c:v>
                </c:pt>
                <c:pt idx="355">
                  <c:v>1035.60000000001</c:v>
                </c:pt>
                <c:pt idx="356">
                  <c:v>1035.70000000001</c:v>
                </c:pt>
                <c:pt idx="357">
                  <c:v>1035.80000000001</c:v>
                </c:pt>
                <c:pt idx="358">
                  <c:v>1035.90000000001</c:v>
                </c:pt>
                <c:pt idx="359">
                  <c:v>1036.00000000001</c:v>
                </c:pt>
                <c:pt idx="360">
                  <c:v>1036.10000000001</c:v>
                </c:pt>
                <c:pt idx="361">
                  <c:v>1036.20000000001</c:v>
                </c:pt>
                <c:pt idx="362">
                  <c:v>1036.30000000001</c:v>
                </c:pt>
                <c:pt idx="363">
                  <c:v>1036.40000000001</c:v>
                </c:pt>
                <c:pt idx="364">
                  <c:v>1036.50000000001</c:v>
                </c:pt>
                <c:pt idx="365">
                  <c:v>1036.60000000001</c:v>
                </c:pt>
                <c:pt idx="366">
                  <c:v>1036.70000000001</c:v>
                </c:pt>
                <c:pt idx="367">
                  <c:v>1036.80000000001</c:v>
                </c:pt>
                <c:pt idx="368">
                  <c:v>1036.90000000001</c:v>
                </c:pt>
                <c:pt idx="369">
                  <c:v>1037.00000000001</c:v>
                </c:pt>
                <c:pt idx="370">
                  <c:v>1037.10000000001</c:v>
                </c:pt>
                <c:pt idx="371">
                  <c:v>1037.20000000001</c:v>
                </c:pt>
                <c:pt idx="372">
                  <c:v>1037.30000000001</c:v>
                </c:pt>
                <c:pt idx="373">
                  <c:v>1037.40000000001</c:v>
                </c:pt>
                <c:pt idx="374">
                  <c:v>1037.50000000001</c:v>
                </c:pt>
                <c:pt idx="375">
                  <c:v>1037.60000000001</c:v>
                </c:pt>
                <c:pt idx="376">
                  <c:v>1037.70000000001</c:v>
                </c:pt>
                <c:pt idx="377">
                  <c:v>1037.80000000001</c:v>
                </c:pt>
                <c:pt idx="378">
                  <c:v>1037.90000000001</c:v>
                </c:pt>
                <c:pt idx="379">
                  <c:v>1038.00000000001</c:v>
                </c:pt>
                <c:pt idx="380">
                  <c:v>1038.10000000001</c:v>
                </c:pt>
                <c:pt idx="381">
                  <c:v>1038.20000000001</c:v>
                </c:pt>
                <c:pt idx="382">
                  <c:v>1038.30000000001</c:v>
                </c:pt>
                <c:pt idx="383">
                  <c:v>1038.40000000001</c:v>
                </c:pt>
                <c:pt idx="384">
                  <c:v>1038.50000000001</c:v>
                </c:pt>
                <c:pt idx="385">
                  <c:v>1038.60000000001</c:v>
                </c:pt>
                <c:pt idx="386">
                  <c:v>1038.70000000001</c:v>
                </c:pt>
                <c:pt idx="387">
                  <c:v>1038.80000000001</c:v>
                </c:pt>
                <c:pt idx="388">
                  <c:v>1038.90000000001</c:v>
                </c:pt>
                <c:pt idx="389">
                  <c:v>1039.00000000001</c:v>
                </c:pt>
                <c:pt idx="390">
                  <c:v>1039.10000000001</c:v>
                </c:pt>
                <c:pt idx="391">
                  <c:v>1039.20000000001</c:v>
                </c:pt>
                <c:pt idx="392">
                  <c:v>1039.30000000001</c:v>
                </c:pt>
                <c:pt idx="393">
                  <c:v>1039.40000000001</c:v>
                </c:pt>
                <c:pt idx="394">
                  <c:v>1039.50000000001</c:v>
                </c:pt>
                <c:pt idx="395">
                  <c:v>1039.60000000001</c:v>
                </c:pt>
                <c:pt idx="396">
                  <c:v>1039.70000000001</c:v>
                </c:pt>
                <c:pt idx="397">
                  <c:v>1039.80000000001</c:v>
                </c:pt>
                <c:pt idx="398">
                  <c:v>1039.90000000001</c:v>
                </c:pt>
                <c:pt idx="399">
                  <c:v>1040.00000000001</c:v>
                </c:pt>
                <c:pt idx="400">
                  <c:v>1040.10000000001</c:v>
                </c:pt>
                <c:pt idx="401">
                  <c:v>1040.20000000001</c:v>
                </c:pt>
                <c:pt idx="402">
                  <c:v>1040.30000000001</c:v>
                </c:pt>
                <c:pt idx="403">
                  <c:v>1040.40000000001</c:v>
                </c:pt>
                <c:pt idx="404">
                  <c:v>1040.50000000001</c:v>
                </c:pt>
                <c:pt idx="405">
                  <c:v>1040.60000000001</c:v>
                </c:pt>
                <c:pt idx="406">
                  <c:v>1040.70000000001</c:v>
                </c:pt>
                <c:pt idx="407">
                  <c:v>1040.80000000001</c:v>
                </c:pt>
                <c:pt idx="408">
                  <c:v>1040.90000000001</c:v>
                </c:pt>
                <c:pt idx="409">
                  <c:v>1041.00000000001</c:v>
                </c:pt>
                <c:pt idx="410">
                  <c:v>1041.10000000001</c:v>
                </c:pt>
                <c:pt idx="411">
                  <c:v>1041.20000000001</c:v>
                </c:pt>
                <c:pt idx="412">
                  <c:v>1041.30000000001</c:v>
                </c:pt>
                <c:pt idx="413">
                  <c:v>1041.40000000001</c:v>
                </c:pt>
                <c:pt idx="414">
                  <c:v>1041.50000000001</c:v>
                </c:pt>
                <c:pt idx="415">
                  <c:v>1041.60000000001</c:v>
                </c:pt>
                <c:pt idx="416">
                  <c:v>1041.70000000001</c:v>
                </c:pt>
                <c:pt idx="417">
                  <c:v>1041.80000000001</c:v>
                </c:pt>
                <c:pt idx="418">
                  <c:v>1041.90000000001</c:v>
                </c:pt>
                <c:pt idx="419">
                  <c:v>1042.00000000001</c:v>
                </c:pt>
                <c:pt idx="420">
                  <c:v>1042.10000000001</c:v>
                </c:pt>
                <c:pt idx="421">
                  <c:v>1042.20000000001</c:v>
                </c:pt>
                <c:pt idx="422">
                  <c:v>1042.30000000001</c:v>
                </c:pt>
                <c:pt idx="423">
                  <c:v>1042.40000000001</c:v>
                </c:pt>
                <c:pt idx="424">
                  <c:v>1042.50000000001</c:v>
                </c:pt>
                <c:pt idx="425">
                  <c:v>1042.60000000001</c:v>
                </c:pt>
                <c:pt idx="426">
                  <c:v>1042.70000000001</c:v>
                </c:pt>
                <c:pt idx="427">
                  <c:v>1042.80000000001</c:v>
                </c:pt>
                <c:pt idx="428">
                  <c:v>1042.90000000001</c:v>
                </c:pt>
                <c:pt idx="429">
                  <c:v>1043.00000000001</c:v>
                </c:pt>
                <c:pt idx="430">
                  <c:v>1043.10000000001</c:v>
                </c:pt>
                <c:pt idx="431">
                  <c:v>1043.20000000001</c:v>
                </c:pt>
                <c:pt idx="432">
                  <c:v>1043.30000000001</c:v>
                </c:pt>
                <c:pt idx="433">
                  <c:v>1043.40000000001</c:v>
                </c:pt>
                <c:pt idx="434">
                  <c:v>1043.50000000001</c:v>
                </c:pt>
                <c:pt idx="435">
                  <c:v>1043.60000000001</c:v>
                </c:pt>
                <c:pt idx="436">
                  <c:v>1043.70000000001</c:v>
                </c:pt>
                <c:pt idx="437">
                  <c:v>1043.80000000001</c:v>
                </c:pt>
                <c:pt idx="438">
                  <c:v>1043.90000000001</c:v>
                </c:pt>
                <c:pt idx="439">
                  <c:v>1044.00000000001</c:v>
                </c:pt>
                <c:pt idx="440">
                  <c:v>1044.10000000001</c:v>
                </c:pt>
                <c:pt idx="441">
                  <c:v>1044.20000000001</c:v>
                </c:pt>
                <c:pt idx="442">
                  <c:v>1044.30000000001</c:v>
                </c:pt>
                <c:pt idx="443">
                  <c:v>1044.40000000001</c:v>
                </c:pt>
                <c:pt idx="444">
                  <c:v>1044.50000000001</c:v>
                </c:pt>
                <c:pt idx="445">
                  <c:v>1044.60000000001</c:v>
                </c:pt>
                <c:pt idx="446">
                  <c:v>1044.70000000001</c:v>
                </c:pt>
                <c:pt idx="447">
                  <c:v>1044.80000000001</c:v>
                </c:pt>
                <c:pt idx="448">
                  <c:v>1044.90000000001</c:v>
                </c:pt>
                <c:pt idx="449">
                  <c:v>1045.00000000001</c:v>
                </c:pt>
                <c:pt idx="450">
                  <c:v>1045.10000000001</c:v>
                </c:pt>
                <c:pt idx="451">
                  <c:v>1045.20000000001</c:v>
                </c:pt>
                <c:pt idx="452">
                  <c:v>1045.30000000001</c:v>
                </c:pt>
                <c:pt idx="453">
                  <c:v>1045.40000000001</c:v>
                </c:pt>
                <c:pt idx="454">
                  <c:v>1045.50000000001</c:v>
                </c:pt>
                <c:pt idx="455">
                  <c:v>1045.60000000001</c:v>
                </c:pt>
                <c:pt idx="456">
                  <c:v>1045.70000000001</c:v>
                </c:pt>
                <c:pt idx="457">
                  <c:v>1045.80000000001</c:v>
                </c:pt>
                <c:pt idx="458">
                  <c:v>1045.90000000001</c:v>
                </c:pt>
                <c:pt idx="459">
                  <c:v>1046.00000000001</c:v>
                </c:pt>
                <c:pt idx="460">
                  <c:v>1046.10000000001</c:v>
                </c:pt>
                <c:pt idx="461">
                  <c:v>1046.20000000001</c:v>
                </c:pt>
                <c:pt idx="462">
                  <c:v>1046.30000000001</c:v>
                </c:pt>
                <c:pt idx="463">
                  <c:v>1046.40000000001</c:v>
                </c:pt>
                <c:pt idx="464">
                  <c:v>1046.50000000001</c:v>
                </c:pt>
                <c:pt idx="465">
                  <c:v>1046.60000000001</c:v>
                </c:pt>
                <c:pt idx="466">
                  <c:v>1046.70000000001</c:v>
                </c:pt>
                <c:pt idx="467">
                  <c:v>1046.80000000001</c:v>
                </c:pt>
                <c:pt idx="468">
                  <c:v>1046.90000000001</c:v>
                </c:pt>
                <c:pt idx="469">
                  <c:v>1047.00000000001</c:v>
                </c:pt>
                <c:pt idx="470">
                  <c:v>1047.10000000001</c:v>
                </c:pt>
                <c:pt idx="471">
                  <c:v>1047.20000000001</c:v>
                </c:pt>
                <c:pt idx="472">
                  <c:v>1047.30000000001</c:v>
                </c:pt>
                <c:pt idx="473">
                  <c:v>1047.40000000001</c:v>
                </c:pt>
                <c:pt idx="474">
                  <c:v>1047.50000000001</c:v>
                </c:pt>
                <c:pt idx="475">
                  <c:v>1047.60000000001</c:v>
                </c:pt>
                <c:pt idx="476">
                  <c:v>1047.70000000001</c:v>
                </c:pt>
                <c:pt idx="477">
                  <c:v>1047.80000000001</c:v>
                </c:pt>
                <c:pt idx="478">
                  <c:v>1047.90000000001</c:v>
                </c:pt>
                <c:pt idx="479">
                  <c:v>1048.00000000001</c:v>
                </c:pt>
                <c:pt idx="480">
                  <c:v>1048.10000000001</c:v>
                </c:pt>
                <c:pt idx="481">
                  <c:v>1048.20000000001</c:v>
                </c:pt>
                <c:pt idx="482">
                  <c:v>1048.30000000001</c:v>
                </c:pt>
                <c:pt idx="483">
                  <c:v>1048.40000000001</c:v>
                </c:pt>
                <c:pt idx="484">
                  <c:v>1048.50000000001</c:v>
                </c:pt>
                <c:pt idx="485">
                  <c:v>1048.60000000001</c:v>
                </c:pt>
                <c:pt idx="486">
                  <c:v>1048.70000000001</c:v>
                </c:pt>
                <c:pt idx="487">
                  <c:v>1048.80000000001</c:v>
                </c:pt>
                <c:pt idx="488">
                  <c:v>1048.90000000001</c:v>
                </c:pt>
                <c:pt idx="489">
                  <c:v>1049.00000000001</c:v>
                </c:pt>
                <c:pt idx="490">
                  <c:v>1049.10000000001</c:v>
                </c:pt>
                <c:pt idx="491">
                  <c:v>1049.20000000001</c:v>
                </c:pt>
                <c:pt idx="492">
                  <c:v>1049.30000000001</c:v>
                </c:pt>
                <c:pt idx="493">
                  <c:v>1049.40000000001</c:v>
                </c:pt>
                <c:pt idx="494">
                  <c:v>1049.50000000001</c:v>
                </c:pt>
                <c:pt idx="495">
                  <c:v>1049.60000000001</c:v>
                </c:pt>
                <c:pt idx="496">
                  <c:v>1049.70000000001</c:v>
                </c:pt>
                <c:pt idx="497">
                  <c:v>1049.80000000001</c:v>
                </c:pt>
                <c:pt idx="498">
                  <c:v>1049.90000000001</c:v>
                </c:pt>
                <c:pt idx="499">
                  <c:v>1050.00000000001</c:v>
                </c:pt>
                <c:pt idx="500">
                  <c:v>1050.10000000001</c:v>
                </c:pt>
                <c:pt idx="501">
                  <c:v>1050.20000000001</c:v>
                </c:pt>
                <c:pt idx="502">
                  <c:v>1050.30000000001</c:v>
                </c:pt>
                <c:pt idx="503">
                  <c:v>1050.40000000001</c:v>
                </c:pt>
                <c:pt idx="504">
                  <c:v>1050.50000000001</c:v>
                </c:pt>
                <c:pt idx="505">
                  <c:v>1050.60000000001</c:v>
                </c:pt>
                <c:pt idx="506">
                  <c:v>1050.70000000001</c:v>
                </c:pt>
                <c:pt idx="507">
                  <c:v>1050.80000000001</c:v>
                </c:pt>
                <c:pt idx="508">
                  <c:v>1050.90000000001</c:v>
                </c:pt>
                <c:pt idx="509">
                  <c:v>1051.00000000001</c:v>
                </c:pt>
                <c:pt idx="510">
                  <c:v>1051.10000000001</c:v>
                </c:pt>
                <c:pt idx="511">
                  <c:v>1051.20000000001</c:v>
                </c:pt>
                <c:pt idx="512">
                  <c:v>1051.30000000001</c:v>
                </c:pt>
                <c:pt idx="513">
                  <c:v>1051.40000000001</c:v>
                </c:pt>
                <c:pt idx="514">
                  <c:v>1051.50000000001</c:v>
                </c:pt>
                <c:pt idx="515">
                  <c:v>1051.60000000001</c:v>
                </c:pt>
                <c:pt idx="516">
                  <c:v>1051.70000000001</c:v>
                </c:pt>
                <c:pt idx="517">
                  <c:v>1051.80000000001</c:v>
                </c:pt>
                <c:pt idx="518">
                  <c:v>1051.90000000001</c:v>
                </c:pt>
                <c:pt idx="519">
                  <c:v>1052.00000000001</c:v>
                </c:pt>
                <c:pt idx="520">
                  <c:v>1052.10000000001</c:v>
                </c:pt>
                <c:pt idx="521">
                  <c:v>1052.20000000001</c:v>
                </c:pt>
                <c:pt idx="522">
                  <c:v>1052.30000000001</c:v>
                </c:pt>
                <c:pt idx="523">
                  <c:v>1052.40000000001</c:v>
                </c:pt>
                <c:pt idx="524">
                  <c:v>1052.50000000001</c:v>
                </c:pt>
                <c:pt idx="525">
                  <c:v>1052.60000000001</c:v>
                </c:pt>
                <c:pt idx="526">
                  <c:v>1052.70000000001</c:v>
                </c:pt>
                <c:pt idx="527">
                  <c:v>1052.80000000001</c:v>
                </c:pt>
                <c:pt idx="528">
                  <c:v>1052.90000000001</c:v>
                </c:pt>
                <c:pt idx="529">
                  <c:v>1053.00000000001</c:v>
                </c:pt>
                <c:pt idx="530">
                  <c:v>1053.10000000001</c:v>
                </c:pt>
                <c:pt idx="531">
                  <c:v>1053.20000000001</c:v>
                </c:pt>
                <c:pt idx="532">
                  <c:v>1053.30000000001</c:v>
                </c:pt>
                <c:pt idx="533">
                  <c:v>1053.40000000001</c:v>
                </c:pt>
                <c:pt idx="534">
                  <c:v>1053.50000000001</c:v>
                </c:pt>
                <c:pt idx="535">
                  <c:v>1053.60000000001</c:v>
                </c:pt>
                <c:pt idx="536">
                  <c:v>1053.70000000001</c:v>
                </c:pt>
                <c:pt idx="537">
                  <c:v>1053.80000000001</c:v>
                </c:pt>
                <c:pt idx="538">
                  <c:v>1053.90000000001</c:v>
                </c:pt>
                <c:pt idx="539">
                  <c:v>1054.00000000001</c:v>
                </c:pt>
                <c:pt idx="540">
                  <c:v>1054.10000000001</c:v>
                </c:pt>
                <c:pt idx="541">
                  <c:v>1054.20000000001</c:v>
                </c:pt>
                <c:pt idx="542">
                  <c:v>1054.30000000001</c:v>
                </c:pt>
                <c:pt idx="543">
                  <c:v>1054.40000000001</c:v>
                </c:pt>
                <c:pt idx="544">
                  <c:v>1054.50000000001</c:v>
                </c:pt>
                <c:pt idx="545">
                  <c:v>1054.60000000001</c:v>
                </c:pt>
                <c:pt idx="546">
                  <c:v>1054.70000000001</c:v>
                </c:pt>
                <c:pt idx="547">
                  <c:v>1054.80000000001</c:v>
                </c:pt>
                <c:pt idx="548">
                  <c:v>1054.90000000001</c:v>
                </c:pt>
                <c:pt idx="549">
                  <c:v>1055.00000000001</c:v>
                </c:pt>
                <c:pt idx="550">
                  <c:v>1055.10000000001</c:v>
                </c:pt>
                <c:pt idx="551">
                  <c:v>1055.20000000001</c:v>
                </c:pt>
                <c:pt idx="552">
                  <c:v>1055.30000000001</c:v>
                </c:pt>
                <c:pt idx="553">
                  <c:v>1055.40000000001</c:v>
                </c:pt>
                <c:pt idx="554">
                  <c:v>1055.50000000001</c:v>
                </c:pt>
                <c:pt idx="555">
                  <c:v>1055.60000000001</c:v>
                </c:pt>
                <c:pt idx="556">
                  <c:v>1055.70000000001</c:v>
                </c:pt>
                <c:pt idx="557">
                  <c:v>1055.80000000001</c:v>
                </c:pt>
                <c:pt idx="558">
                  <c:v>1055.90000000001</c:v>
                </c:pt>
                <c:pt idx="559">
                  <c:v>1056.00000000001</c:v>
                </c:pt>
                <c:pt idx="560">
                  <c:v>1056.10000000001</c:v>
                </c:pt>
                <c:pt idx="561">
                  <c:v>1056.20000000001</c:v>
                </c:pt>
                <c:pt idx="562">
                  <c:v>1056.30000000001</c:v>
                </c:pt>
                <c:pt idx="563">
                  <c:v>1056.40000000001</c:v>
                </c:pt>
                <c:pt idx="564">
                  <c:v>1056.50000000001</c:v>
                </c:pt>
                <c:pt idx="565">
                  <c:v>1056.60000000001</c:v>
                </c:pt>
                <c:pt idx="566">
                  <c:v>1056.70000000001</c:v>
                </c:pt>
                <c:pt idx="567">
                  <c:v>1056.80000000001</c:v>
                </c:pt>
                <c:pt idx="568">
                  <c:v>1056.90000000001</c:v>
                </c:pt>
                <c:pt idx="569">
                  <c:v>1057.00000000001</c:v>
                </c:pt>
                <c:pt idx="570">
                  <c:v>1057.10000000001</c:v>
                </c:pt>
                <c:pt idx="571">
                  <c:v>1057.20000000001</c:v>
                </c:pt>
                <c:pt idx="572">
                  <c:v>1057.30000000001</c:v>
                </c:pt>
                <c:pt idx="573">
                  <c:v>1057.40000000001</c:v>
                </c:pt>
                <c:pt idx="574">
                  <c:v>1057.50000000001</c:v>
                </c:pt>
                <c:pt idx="575">
                  <c:v>1057.60000000001</c:v>
                </c:pt>
                <c:pt idx="576">
                  <c:v>1057.70000000001</c:v>
                </c:pt>
                <c:pt idx="577">
                  <c:v>1057.80000000001</c:v>
                </c:pt>
                <c:pt idx="578">
                  <c:v>1057.90000000001</c:v>
                </c:pt>
                <c:pt idx="579">
                  <c:v>1058.00000000001</c:v>
                </c:pt>
                <c:pt idx="580">
                  <c:v>1058.10000000001</c:v>
                </c:pt>
                <c:pt idx="581">
                  <c:v>1058.20000000001</c:v>
                </c:pt>
                <c:pt idx="582">
                  <c:v>1058.30000000001</c:v>
                </c:pt>
                <c:pt idx="583">
                  <c:v>1058.40000000001</c:v>
                </c:pt>
                <c:pt idx="584">
                  <c:v>1058.50000000001</c:v>
                </c:pt>
                <c:pt idx="585">
                  <c:v>1058.60000000001</c:v>
                </c:pt>
                <c:pt idx="586">
                  <c:v>1058.70000000001</c:v>
                </c:pt>
                <c:pt idx="587">
                  <c:v>1058.80000000001</c:v>
                </c:pt>
                <c:pt idx="588">
                  <c:v>1058.90000000001</c:v>
                </c:pt>
                <c:pt idx="589">
                  <c:v>1059.00000000001</c:v>
                </c:pt>
                <c:pt idx="590">
                  <c:v>1059.10000000001</c:v>
                </c:pt>
                <c:pt idx="591">
                  <c:v>1059.20000000001</c:v>
                </c:pt>
                <c:pt idx="592">
                  <c:v>1059.30000000001</c:v>
                </c:pt>
                <c:pt idx="593">
                  <c:v>1059.40000000001</c:v>
                </c:pt>
                <c:pt idx="594">
                  <c:v>1059.50000000001</c:v>
                </c:pt>
                <c:pt idx="595">
                  <c:v>1059.60000000001</c:v>
                </c:pt>
                <c:pt idx="596">
                  <c:v>1059.70000000001</c:v>
                </c:pt>
                <c:pt idx="597">
                  <c:v>1059.80000000001</c:v>
                </c:pt>
                <c:pt idx="598">
                  <c:v>1059.90000000001</c:v>
                </c:pt>
                <c:pt idx="599">
                  <c:v>1060.00000000001</c:v>
                </c:pt>
                <c:pt idx="600">
                  <c:v>1060.10000000001</c:v>
                </c:pt>
                <c:pt idx="601">
                  <c:v>1060.20000000001</c:v>
                </c:pt>
                <c:pt idx="602">
                  <c:v>1060.30000000001</c:v>
                </c:pt>
                <c:pt idx="603">
                  <c:v>1060.40000000001</c:v>
                </c:pt>
                <c:pt idx="604">
                  <c:v>1060.50000000001</c:v>
                </c:pt>
                <c:pt idx="605">
                  <c:v>1060.60000000001</c:v>
                </c:pt>
                <c:pt idx="606">
                  <c:v>1060.70000000001</c:v>
                </c:pt>
                <c:pt idx="607">
                  <c:v>1060.80000000001</c:v>
                </c:pt>
                <c:pt idx="608">
                  <c:v>1060.90000000001</c:v>
                </c:pt>
                <c:pt idx="609">
                  <c:v>1061.00000000001</c:v>
                </c:pt>
                <c:pt idx="610">
                  <c:v>1061.10000000001</c:v>
                </c:pt>
                <c:pt idx="611">
                  <c:v>1061.20000000001</c:v>
                </c:pt>
                <c:pt idx="612">
                  <c:v>1061.30000000001</c:v>
                </c:pt>
                <c:pt idx="613">
                  <c:v>1061.40000000001</c:v>
                </c:pt>
                <c:pt idx="614">
                  <c:v>1061.50000000001</c:v>
                </c:pt>
                <c:pt idx="615">
                  <c:v>1061.60000000001</c:v>
                </c:pt>
                <c:pt idx="616">
                  <c:v>1061.70000000001</c:v>
                </c:pt>
                <c:pt idx="617">
                  <c:v>1061.80000000001</c:v>
                </c:pt>
                <c:pt idx="618">
                  <c:v>1061.90000000001</c:v>
                </c:pt>
                <c:pt idx="619">
                  <c:v>1062.00000000001</c:v>
                </c:pt>
                <c:pt idx="620">
                  <c:v>1062.10000000001</c:v>
                </c:pt>
                <c:pt idx="621">
                  <c:v>1062.20000000001</c:v>
                </c:pt>
                <c:pt idx="622">
                  <c:v>1062.30000000001</c:v>
                </c:pt>
                <c:pt idx="623">
                  <c:v>1062.40000000001</c:v>
                </c:pt>
                <c:pt idx="624">
                  <c:v>1062.50000000001</c:v>
                </c:pt>
                <c:pt idx="625">
                  <c:v>1062.60000000001</c:v>
                </c:pt>
                <c:pt idx="626">
                  <c:v>1062.70000000001</c:v>
                </c:pt>
                <c:pt idx="627">
                  <c:v>1062.80000000001</c:v>
                </c:pt>
                <c:pt idx="628">
                  <c:v>1062.90000000001</c:v>
                </c:pt>
                <c:pt idx="629">
                  <c:v>1063.00000000001</c:v>
                </c:pt>
                <c:pt idx="630">
                  <c:v>1063.10000000001</c:v>
                </c:pt>
                <c:pt idx="631">
                  <c:v>1063.20000000001</c:v>
                </c:pt>
                <c:pt idx="632">
                  <c:v>1063.30000000001</c:v>
                </c:pt>
                <c:pt idx="633">
                  <c:v>1063.40000000001</c:v>
                </c:pt>
                <c:pt idx="634">
                  <c:v>1063.50000000001</c:v>
                </c:pt>
                <c:pt idx="635">
                  <c:v>1063.60000000001</c:v>
                </c:pt>
                <c:pt idx="636">
                  <c:v>1063.70000000001</c:v>
                </c:pt>
                <c:pt idx="637">
                  <c:v>1063.80000000001</c:v>
                </c:pt>
                <c:pt idx="638">
                  <c:v>1063.90000000001</c:v>
                </c:pt>
                <c:pt idx="639">
                  <c:v>1064.00000000001</c:v>
                </c:pt>
                <c:pt idx="640">
                  <c:v>1064.10000000001</c:v>
                </c:pt>
                <c:pt idx="641">
                  <c:v>1064.20000000001</c:v>
                </c:pt>
                <c:pt idx="642">
                  <c:v>1064.30000000001</c:v>
                </c:pt>
                <c:pt idx="643">
                  <c:v>1064.40000000001</c:v>
                </c:pt>
                <c:pt idx="644">
                  <c:v>1064.50000000001</c:v>
                </c:pt>
                <c:pt idx="645">
                  <c:v>1064.60000000001</c:v>
                </c:pt>
                <c:pt idx="646">
                  <c:v>1064.70000000001</c:v>
                </c:pt>
                <c:pt idx="647">
                  <c:v>1064.80000000001</c:v>
                </c:pt>
                <c:pt idx="648">
                  <c:v>1064.90000000001</c:v>
                </c:pt>
                <c:pt idx="649">
                  <c:v>1065.00000000001</c:v>
                </c:pt>
                <c:pt idx="650">
                  <c:v>1065.10000000001</c:v>
                </c:pt>
                <c:pt idx="651">
                  <c:v>1065.20000000001</c:v>
                </c:pt>
                <c:pt idx="652">
                  <c:v>1065.30000000001</c:v>
                </c:pt>
                <c:pt idx="653">
                  <c:v>1065.40000000001</c:v>
                </c:pt>
                <c:pt idx="654">
                  <c:v>1065.50000000002</c:v>
                </c:pt>
                <c:pt idx="655">
                  <c:v>1065.60000000001</c:v>
                </c:pt>
                <c:pt idx="656">
                  <c:v>1065.70000000001</c:v>
                </c:pt>
                <c:pt idx="657">
                  <c:v>1065.80000000001</c:v>
                </c:pt>
                <c:pt idx="658">
                  <c:v>1065.90000000002</c:v>
                </c:pt>
                <c:pt idx="659">
                  <c:v>1066.00000000002</c:v>
                </c:pt>
                <c:pt idx="660">
                  <c:v>1066.10000000001</c:v>
                </c:pt>
                <c:pt idx="661">
                  <c:v>1066.20000000002</c:v>
                </c:pt>
                <c:pt idx="662">
                  <c:v>1066.30000000002</c:v>
                </c:pt>
                <c:pt idx="663">
                  <c:v>1066.40000000002</c:v>
                </c:pt>
                <c:pt idx="664">
                  <c:v>1066.50000000002</c:v>
                </c:pt>
                <c:pt idx="665">
                  <c:v>1066.60000000002</c:v>
                </c:pt>
                <c:pt idx="666">
                  <c:v>1066.70000000002</c:v>
                </c:pt>
                <c:pt idx="667">
                  <c:v>1066.80000000002</c:v>
                </c:pt>
                <c:pt idx="668">
                  <c:v>1066.90000000002</c:v>
                </c:pt>
                <c:pt idx="669">
                  <c:v>1067.00000000002</c:v>
                </c:pt>
                <c:pt idx="670">
                  <c:v>1067.10000000002</c:v>
                </c:pt>
                <c:pt idx="671">
                  <c:v>1067.20000000002</c:v>
                </c:pt>
                <c:pt idx="672">
                  <c:v>1067.30000000002</c:v>
                </c:pt>
                <c:pt idx="673">
                  <c:v>1067.40000000002</c:v>
                </c:pt>
                <c:pt idx="674">
                  <c:v>1067.50000000002</c:v>
                </c:pt>
                <c:pt idx="675">
                  <c:v>1067.60000000002</c:v>
                </c:pt>
                <c:pt idx="676">
                  <c:v>1067.70000000002</c:v>
                </c:pt>
                <c:pt idx="677">
                  <c:v>1067.80000000002</c:v>
                </c:pt>
                <c:pt idx="678">
                  <c:v>1067.90000000002</c:v>
                </c:pt>
                <c:pt idx="679">
                  <c:v>1068.00000000002</c:v>
                </c:pt>
                <c:pt idx="680">
                  <c:v>1068.10000000002</c:v>
                </c:pt>
                <c:pt idx="681">
                  <c:v>1068.20000000002</c:v>
                </c:pt>
                <c:pt idx="682">
                  <c:v>1068.30000000002</c:v>
                </c:pt>
                <c:pt idx="683">
                  <c:v>1068.40000000002</c:v>
                </c:pt>
                <c:pt idx="684">
                  <c:v>1068.50000000002</c:v>
                </c:pt>
                <c:pt idx="685">
                  <c:v>1068.60000000002</c:v>
                </c:pt>
                <c:pt idx="686">
                  <c:v>1068.70000000002</c:v>
                </c:pt>
                <c:pt idx="687">
                  <c:v>1068.80000000002</c:v>
                </c:pt>
                <c:pt idx="688">
                  <c:v>1068.90000000002</c:v>
                </c:pt>
                <c:pt idx="689">
                  <c:v>1069.00000000002</c:v>
                </c:pt>
                <c:pt idx="690">
                  <c:v>1069.10000000002</c:v>
                </c:pt>
                <c:pt idx="691">
                  <c:v>1069.20000000002</c:v>
                </c:pt>
                <c:pt idx="692">
                  <c:v>1069.30000000002</c:v>
                </c:pt>
                <c:pt idx="693">
                  <c:v>1069.40000000002</c:v>
                </c:pt>
                <c:pt idx="694">
                  <c:v>1069.50000000002</c:v>
                </c:pt>
                <c:pt idx="695">
                  <c:v>1069.60000000002</c:v>
                </c:pt>
                <c:pt idx="696">
                  <c:v>1069.70000000002</c:v>
                </c:pt>
                <c:pt idx="697">
                  <c:v>1069.80000000002</c:v>
                </c:pt>
                <c:pt idx="698">
                  <c:v>1069.90000000002</c:v>
                </c:pt>
                <c:pt idx="699">
                  <c:v>1070.00000000002</c:v>
                </c:pt>
                <c:pt idx="700">
                  <c:v>1070.10000000002</c:v>
                </c:pt>
                <c:pt idx="701">
                  <c:v>1070.20000000002</c:v>
                </c:pt>
                <c:pt idx="702">
                  <c:v>1070.30000000002</c:v>
                </c:pt>
                <c:pt idx="703">
                  <c:v>1070.40000000002</c:v>
                </c:pt>
                <c:pt idx="704">
                  <c:v>1070.50000000002</c:v>
                </c:pt>
                <c:pt idx="705">
                  <c:v>1070.60000000002</c:v>
                </c:pt>
                <c:pt idx="706">
                  <c:v>1070.70000000002</c:v>
                </c:pt>
                <c:pt idx="707">
                  <c:v>1070.80000000002</c:v>
                </c:pt>
                <c:pt idx="708">
                  <c:v>1070.90000000002</c:v>
                </c:pt>
                <c:pt idx="709">
                  <c:v>1071.00000000002</c:v>
                </c:pt>
                <c:pt idx="710">
                  <c:v>1071.10000000002</c:v>
                </c:pt>
                <c:pt idx="711">
                  <c:v>1071.20000000002</c:v>
                </c:pt>
                <c:pt idx="712">
                  <c:v>1071.30000000002</c:v>
                </c:pt>
                <c:pt idx="713">
                  <c:v>1071.40000000002</c:v>
                </c:pt>
                <c:pt idx="714">
                  <c:v>1071.50000000002</c:v>
                </c:pt>
                <c:pt idx="715">
                  <c:v>1071.60000000002</c:v>
                </c:pt>
                <c:pt idx="716">
                  <c:v>1071.70000000002</c:v>
                </c:pt>
                <c:pt idx="717">
                  <c:v>1071.80000000002</c:v>
                </c:pt>
                <c:pt idx="718">
                  <c:v>1071.90000000002</c:v>
                </c:pt>
                <c:pt idx="719">
                  <c:v>1072.00000000002</c:v>
                </c:pt>
                <c:pt idx="720">
                  <c:v>1072.10000000002</c:v>
                </c:pt>
                <c:pt idx="721">
                  <c:v>1072.20000000002</c:v>
                </c:pt>
                <c:pt idx="722">
                  <c:v>1072.30000000002</c:v>
                </c:pt>
                <c:pt idx="723">
                  <c:v>1072.40000000002</c:v>
                </c:pt>
                <c:pt idx="724">
                  <c:v>1072.50000000002</c:v>
                </c:pt>
                <c:pt idx="725">
                  <c:v>1072.60000000002</c:v>
                </c:pt>
                <c:pt idx="726">
                  <c:v>1072.70000000002</c:v>
                </c:pt>
                <c:pt idx="727">
                  <c:v>1072.80000000002</c:v>
                </c:pt>
                <c:pt idx="728">
                  <c:v>1072.90000000002</c:v>
                </c:pt>
                <c:pt idx="729">
                  <c:v>1073.00000000002</c:v>
                </c:pt>
                <c:pt idx="730">
                  <c:v>1073.10000000002</c:v>
                </c:pt>
                <c:pt idx="731">
                  <c:v>1073.20000000002</c:v>
                </c:pt>
                <c:pt idx="732">
                  <c:v>1073.30000000002</c:v>
                </c:pt>
                <c:pt idx="733">
                  <c:v>1073.40000000002</c:v>
                </c:pt>
                <c:pt idx="734">
                  <c:v>1073.50000000002</c:v>
                </c:pt>
                <c:pt idx="735">
                  <c:v>1073.60000000002</c:v>
                </c:pt>
                <c:pt idx="736">
                  <c:v>1073.70000000002</c:v>
                </c:pt>
                <c:pt idx="737">
                  <c:v>1073.80000000002</c:v>
                </c:pt>
                <c:pt idx="738">
                  <c:v>1073.90000000002</c:v>
                </c:pt>
                <c:pt idx="739">
                  <c:v>1074.00000000002</c:v>
                </c:pt>
                <c:pt idx="740">
                  <c:v>1074.10000000002</c:v>
                </c:pt>
                <c:pt idx="741">
                  <c:v>1074.20000000002</c:v>
                </c:pt>
                <c:pt idx="742">
                  <c:v>1074.30000000002</c:v>
                </c:pt>
                <c:pt idx="743">
                  <c:v>1074.40000000002</c:v>
                </c:pt>
                <c:pt idx="744">
                  <c:v>1074.50000000002</c:v>
                </c:pt>
                <c:pt idx="745">
                  <c:v>1074.60000000002</c:v>
                </c:pt>
                <c:pt idx="746">
                  <c:v>1074.70000000002</c:v>
                </c:pt>
                <c:pt idx="747">
                  <c:v>1074.80000000002</c:v>
                </c:pt>
                <c:pt idx="748">
                  <c:v>1074.90000000002</c:v>
                </c:pt>
                <c:pt idx="749">
                  <c:v>1075.00000000002</c:v>
                </c:pt>
                <c:pt idx="750">
                  <c:v>1075.10000000002</c:v>
                </c:pt>
                <c:pt idx="751">
                  <c:v>1075.20000000002</c:v>
                </c:pt>
                <c:pt idx="752">
                  <c:v>1075.30000000002</c:v>
                </c:pt>
                <c:pt idx="753">
                  <c:v>1075.40000000002</c:v>
                </c:pt>
                <c:pt idx="754">
                  <c:v>1075.50000000002</c:v>
                </c:pt>
                <c:pt idx="755">
                  <c:v>1075.60000000002</c:v>
                </c:pt>
                <c:pt idx="756">
                  <c:v>1075.70000000002</c:v>
                </c:pt>
                <c:pt idx="757">
                  <c:v>1075.80000000002</c:v>
                </c:pt>
                <c:pt idx="758">
                  <c:v>1075.90000000002</c:v>
                </c:pt>
                <c:pt idx="759">
                  <c:v>1076.00000000002</c:v>
                </c:pt>
                <c:pt idx="760">
                  <c:v>1076.10000000002</c:v>
                </c:pt>
                <c:pt idx="761">
                  <c:v>1076.20000000002</c:v>
                </c:pt>
                <c:pt idx="762">
                  <c:v>1076.30000000002</c:v>
                </c:pt>
                <c:pt idx="763">
                  <c:v>1076.40000000002</c:v>
                </c:pt>
                <c:pt idx="764">
                  <c:v>1076.50000000002</c:v>
                </c:pt>
                <c:pt idx="765">
                  <c:v>1076.60000000002</c:v>
                </c:pt>
                <c:pt idx="766">
                  <c:v>1076.70000000002</c:v>
                </c:pt>
                <c:pt idx="767">
                  <c:v>1076.80000000002</c:v>
                </c:pt>
                <c:pt idx="768">
                  <c:v>1076.90000000002</c:v>
                </c:pt>
                <c:pt idx="769">
                  <c:v>1077.00000000002</c:v>
                </c:pt>
                <c:pt idx="770">
                  <c:v>1077.10000000002</c:v>
                </c:pt>
                <c:pt idx="771">
                  <c:v>1077.20000000002</c:v>
                </c:pt>
                <c:pt idx="772">
                  <c:v>1077.30000000002</c:v>
                </c:pt>
                <c:pt idx="773">
                  <c:v>1077.40000000002</c:v>
                </c:pt>
                <c:pt idx="774">
                  <c:v>1077.50000000002</c:v>
                </c:pt>
                <c:pt idx="775">
                  <c:v>1077.60000000002</c:v>
                </c:pt>
                <c:pt idx="776">
                  <c:v>1077.70000000002</c:v>
                </c:pt>
                <c:pt idx="777">
                  <c:v>1077.80000000002</c:v>
                </c:pt>
                <c:pt idx="778">
                  <c:v>1077.90000000002</c:v>
                </c:pt>
                <c:pt idx="779">
                  <c:v>1078.00000000002</c:v>
                </c:pt>
                <c:pt idx="780">
                  <c:v>1078.10000000002</c:v>
                </c:pt>
                <c:pt idx="781">
                  <c:v>1078.20000000002</c:v>
                </c:pt>
                <c:pt idx="782">
                  <c:v>1078.30000000002</c:v>
                </c:pt>
                <c:pt idx="783">
                  <c:v>1078.40000000002</c:v>
                </c:pt>
                <c:pt idx="784">
                  <c:v>1078.50000000002</c:v>
                </c:pt>
                <c:pt idx="785">
                  <c:v>1078.60000000002</c:v>
                </c:pt>
                <c:pt idx="786">
                  <c:v>1078.70000000002</c:v>
                </c:pt>
                <c:pt idx="787">
                  <c:v>1078.80000000002</c:v>
                </c:pt>
                <c:pt idx="788">
                  <c:v>1078.90000000002</c:v>
                </c:pt>
                <c:pt idx="789">
                  <c:v>1079.00000000002</c:v>
                </c:pt>
                <c:pt idx="790">
                  <c:v>1079.10000000002</c:v>
                </c:pt>
                <c:pt idx="791">
                  <c:v>1079.20000000002</c:v>
                </c:pt>
                <c:pt idx="792">
                  <c:v>1079.30000000002</c:v>
                </c:pt>
                <c:pt idx="793">
                  <c:v>1079.40000000002</c:v>
                </c:pt>
                <c:pt idx="794">
                  <c:v>1079.50000000002</c:v>
                </c:pt>
                <c:pt idx="795">
                  <c:v>1079.60000000002</c:v>
                </c:pt>
                <c:pt idx="796">
                  <c:v>1079.70000000002</c:v>
                </c:pt>
                <c:pt idx="797">
                  <c:v>1079.80000000002</c:v>
                </c:pt>
                <c:pt idx="798">
                  <c:v>1079.90000000002</c:v>
                </c:pt>
                <c:pt idx="799">
                  <c:v>1080.00000000002</c:v>
                </c:pt>
                <c:pt idx="800">
                  <c:v>1080.10000000002</c:v>
                </c:pt>
                <c:pt idx="801">
                  <c:v>1080.20000000002</c:v>
                </c:pt>
                <c:pt idx="802">
                  <c:v>1080.30000000002</c:v>
                </c:pt>
                <c:pt idx="803">
                  <c:v>1080.40000000002</c:v>
                </c:pt>
                <c:pt idx="804">
                  <c:v>1080.50000000002</c:v>
                </c:pt>
                <c:pt idx="805">
                  <c:v>1080.60000000002</c:v>
                </c:pt>
                <c:pt idx="806">
                  <c:v>1080.70000000002</c:v>
                </c:pt>
                <c:pt idx="807">
                  <c:v>1080.80000000002</c:v>
                </c:pt>
                <c:pt idx="808">
                  <c:v>1080.90000000002</c:v>
                </c:pt>
                <c:pt idx="809">
                  <c:v>1081.00000000002</c:v>
                </c:pt>
                <c:pt idx="810">
                  <c:v>1081.10000000002</c:v>
                </c:pt>
                <c:pt idx="811">
                  <c:v>1081.20000000002</c:v>
                </c:pt>
                <c:pt idx="812">
                  <c:v>1081.30000000002</c:v>
                </c:pt>
                <c:pt idx="813">
                  <c:v>1081.40000000002</c:v>
                </c:pt>
                <c:pt idx="814">
                  <c:v>1081.50000000002</c:v>
                </c:pt>
                <c:pt idx="815">
                  <c:v>1081.60000000002</c:v>
                </c:pt>
                <c:pt idx="816">
                  <c:v>1081.70000000002</c:v>
                </c:pt>
                <c:pt idx="817">
                  <c:v>1081.80000000002</c:v>
                </c:pt>
                <c:pt idx="818">
                  <c:v>1081.90000000002</c:v>
                </c:pt>
                <c:pt idx="819">
                  <c:v>1082.00000000002</c:v>
                </c:pt>
                <c:pt idx="820">
                  <c:v>1082.10000000002</c:v>
                </c:pt>
                <c:pt idx="821">
                  <c:v>1082.20000000002</c:v>
                </c:pt>
                <c:pt idx="822">
                  <c:v>1082.30000000002</c:v>
                </c:pt>
                <c:pt idx="823">
                  <c:v>1082.40000000002</c:v>
                </c:pt>
                <c:pt idx="824">
                  <c:v>1082.50000000002</c:v>
                </c:pt>
                <c:pt idx="825">
                  <c:v>1082.60000000002</c:v>
                </c:pt>
                <c:pt idx="826">
                  <c:v>1082.70000000002</c:v>
                </c:pt>
                <c:pt idx="827">
                  <c:v>1082.80000000002</c:v>
                </c:pt>
                <c:pt idx="828">
                  <c:v>1082.90000000002</c:v>
                </c:pt>
                <c:pt idx="829">
                  <c:v>1083.00000000002</c:v>
                </c:pt>
                <c:pt idx="830">
                  <c:v>1083.10000000002</c:v>
                </c:pt>
                <c:pt idx="831">
                  <c:v>1083.20000000002</c:v>
                </c:pt>
                <c:pt idx="832">
                  <c:v>1083.30000000002</c:v>
                </c:pt>
                <c:pt idx="833">
                  <c:v>1083.40000000002</c:v>
                </c:pt>
                <c:pt idx="834">
                  <c:v>1083.50000000002</c:v>
                </c:pt>
                <c:pt idx="835">
                  <c:v>1083.60000000002</c:v>
                </c:pt>
                <c:pt idx="836">
                  <c:v>1083.70000000002</c:v>
                </c:pt>
                <c:pt idx="837">
                  <c:v>1083.80000000002</c:v>
                </c:pt>
                <c:pt idx="838">
                  <c:v>1083.90000000002</c:v>
                </c:pt>
                <c:pt idx="839">
                  <c:v>1084.00000000002</c:v>
                </c:pt>
                <c:pt idx="840">
                  <c:v>1084.10000000002</c:v>
                </c:pt>
                <c:pt idx="841">
                  <c:v>1084.20000000002</c:v>
                </c:pt>
                <c:pt idx="842">
                  <c:v>1084.30000000002</c:v>
                </c:pt>
                <c:pt idx="843">
                  <c:v>1084.40000000002</c:v>
                </c:pt>
                <c:pt idx="844">
                  <c:v>1084.50000000002</c:v>
                </c:pt>
                <c:pt idx="845">
                  <c:v>1084.60000000002</c:v>
                </c:pt>
                <c:pt idx="846">
                  <c:v>1084.70000000002</c:v>
                </c:pt>
                <c:pt idx="847">
                  <c:v>1084.80000000002</c:v>
                </c:pt>
                <c:pt idx="848">
                  <c:v>1084.90000000002</c:v>
                </c:pt>
                <c:pt idx="849">
                  <c:v>1085.00000000002</c:v>
                </c:pt>
                <c:pt idx="850">
                  <c:v>1085.10000000002</c:v>
                </c:pt>
                <c:pt idx="851">
                  <c:v>1085.20000000002</c:v>
                </c:pt>
                <c:pt idx="852">
                  <c:v>1085.30000000002</c:v>
                </c:pt>
                <c:pt idx="853">
                  <c:v>1085.40000000002</c:v>
                </c:pt>
                <c:pt idx="854">
                  <c:v>1085.50000000002</c:v>
                </c:pt>
                <c:pt idx="855">
                  <c:v>1085.60000000002</c:v>
                </c:pt>
                <c:pt idx="856">
                  <c:v>1085.70000000002</c:v>
                </c:pt>
                <c:pt idx="857">
                  <c:v>1085.80000000002</c:v>
                </c:pt>
                <c:pt idx="858">
                  <c:v>1085.90000000002</c:v>
                </c:pt>
                <c:pt idx="859">
                  <c:v>1086.00000000002</c:v>
                </c:pt>
                <c:pt idx="860">
                  <c:v>1086.10000000002</c:v>
                </c:pt>
                <c:pt idx="861">
                  <c:v>1086.20000000002</c:v>
                </c:pt>
                <c:pt idx="862">
                  <c:v>1086.30000000002</c:v>
                </c:pt>
                <c:pt idx="863">
                  <c:v>1086.40000000002</c:v>
                </c:pt>
                <c:pt idx="864">
                  <c:v>1086.50000000002</c:v>
                </c:pt>
                <c:pt idx="865">
                  <c:v>1086.60000000002</c:v>
                </c:pt>
                <c:pt idx="866">
                  <c:v>1086.70000000002</c:v>
                </c:pt>
                <c:pt idx="867">
                  <c:v>1086.80000000002</c:v>
                </c:pt>
                <c:pt idx="868">
                  <c:v>1086.90000000002</c:v>
                </c:pt>
                <c:pt idx="869">
                  <c:v>1087.00000000002</c:v>
                </c:pt>
                <c:pt idx="870">
                  <c:v>1087.10000000002</c:v>
                </c:pt>
                <c:pt idx="871">
                  <c:v>1087.20000000002</c:v>
                </c:pt>
                <c:pt idx="872">
                  <c:v>1087.30000000002</c:v>
                </c:pt>
                <c:pt idx="873">
                  <c:v>1087.40000000002</c:v>
                </c:pt>
                <c:pt idx="874">
                  <c:v>1087.50000000002</c:v>
                </c:pt>
                <c:pt idx="875">
                  <c:v>1087.60000000002</c:v>
                </c:pt>
                <c:pt idx="876">
                  <c:v>1087.70000000002</c:v>
                </c:pt>
                <c:pt idx="877">
                  <c:v>1087.80000000002</c:v>
                </c:pt>
                <c:pt idx="878">
                  <c:v>1087.90000000002</c:v>
                </c:pt>
                <c:pt idx="879">
                  <c:v>1088.00000000002</c:v>
                </c:pt>
                <c:pt idx="880">
                  <c:v>1088.10000000002</c:v>
                </c:pt>
                <c:pt idx="881">
                  <c:v>1088.20000000002</c:v>
                </c:pt>
                <c:pt idx="882">
                  <c:v>1088.30000000002</c:v>
                </c:pt>
                <c:pt idx="883">
                  <c:v>1088.40000000002</c:v>
                </c:pt>
                <c:pt idx="884">
                  <c:v>1088.50000000002</c:v>
                </c:pt>
                <c:pt idx="885">
                  <c:v>1088.60000000002</c:v>
                </c:pt>
                <c:pt idx="886">
                  <c:v>1088.70000000002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E-482F-B2F3-18AAB4DD4D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yield2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Sheet1!$A$2:$A$888</c:f>
              <c:strCache>
                <c:ptCount val="88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</c:strCache>
            </c:strRef>
          </c:cat>
          <c:val>
            <c:numRef>
              <c:f>Sheet1!$C$2:$C$888</c:f>
              <c:numCache>
                <c:formatCode>General</c:formatCode>
                <c:ptCount val="887"/>
                <c:pt idx="0">
                  <c:v>2000.1</c:v>
                </c:pt>
                <c:pt idx="1">
                  <c:v>2000.2</c:v>
                </c:pt>
                <c:pt idx="2">
                  <c:v>2000.3</c:v>
                </c:pt>
                <c:pt idx="3">
                  <c:v>2000.4</c:v>
                </c:pt>
                <c:pt idx="4">
                  <c:v>2000.5</c:v>
                </c:pt>
                <c:pt idx="5">
                  <c:v>2000.6</c:v>
                </c:pt>
                <c:pt idx="6">
                  <c:v>2000.7</c:v>
                </c:pt>
                <c:pt idx="7">
                  <c:v>2000.8</c:v>
                </c:pt>
                <c:pt idx="8">
                  <c:v>2000.9</c:v>
                </c:pt>
                <c:pt idx="9">
                  <c:v>2001.0</c:v>
                </c:pt>
                <c:pt idx="10">
                  <c:v>2001.1</c:v>
                </c:pt>
                <c:pt idx="11">
                  <c:v>2001.2</c:v>
                </c:pt>
                <c:pt idx="12">
                  <c:v>2001.3</c:v>
                </c:pt>
                <c:pt idx="13">
                  <c:v>2001.4</c:v>
                </c:pt>
                <c:pt idx="14">
                  <c:v>2001.5</c:v>
                </c:pt>
                <c:pt idx="15">
                  <c:v>2001.6</c:v>
                </c:pt>
                <c:pt idx="16">
                  <c:v>2001.7</c:v>
                </c:pt>
                <c:pt idx="17">
                  <c:v>2001.8</c:v>
                </c:pt>
                <c:pt idx="18">
                  <c:v>2001.9</c:v>
                </c:pt>
                <c:pt idx="19">
                  <c:v>2002.0</c:v>
                </c:pt>
                <c:pt idx="20">
                  <c:v>2002.1</c:v>
                </c:pt>
                <c:pt idx="21">
                  <c:v>2002.2</c:v>
                </c:pt>
                <c:pt idx="22">
                  <c:v>2002.3</c:v>
                </c:pt>
                <c:pt idx="23">
                  <c:v>2002.4</c:v>
                </c:pt>
                <c:pt idx="24">
                  <c:v>2002.5</c:v>
                </c:pt>
                <c:pt idx="25">
                  <c:v>2002.6</c:v>
                </c:pt>
                <c:pt idx="26">
                  <c:v>2002.7</c:v>
                </c:pt>
                <c:pt idx="27">
                  <c:v>2002.8</c:v>
                </c:pt>
                <c:pt idx="28">
                  <c:v>2002.9</c:v>
                </c:pt>
                <c:pt idx="29">
                  <c:v>2003.0</c:v>
                </c:pt>
                <c:pt idx="30">
                  <c:v>2003.1</c:v>
                </c:pt>
                <c:pt idx="31">
                  <c:v>2003.2</c:v>
                </c:pt>
                <c:pt idx="32">
                  <c:v>2003.3</c:v>
                </c:pt>
                <c:pt idx="33">
                  <c:v>2003.4</c:v>
                </c:pt>
                <c:pt idx="34">
                  <c:v>2003.5</c:v>
                </c:pt>
                <c:pt idx="35">
                  <c:v>2003.6</c:v>
                </c:pt>
                <c:pt idx="36">
                  <c:v>2003.7</c:v>
                </c:pt>
                <c:pt idx="37">
                  <c:v>2003.8</c:v>
                </c:pt>
                <c:pt idx="38">
                  <c:v>2003.90000000001</c:v>
                </c:pt>
                <c:pt idx="39">
                  <c:v>2004.00000000001</c:v>
                </c:pt>
                <c:pt idx="40">
                  <c:v>2004.10000000001</c:v>
                </c:pt>
                <c:pt idx="41">
                  <c:v>2004.20000000001</c:v>
                </c:pt>
                <c:pt idx="42">
                  <c:v>2004.30000000001</c:v>
                </c:pt>
                <c:pt idx="43">
                  <c:v>2004.40000000001</c:v>
                </c:pt>
                <c:pt idx="44">
                  <c:v>2004.50000000001</c:v>
                </c:pt>
                <c:pt idx="45">
                  <c:v>2004.60000000001</c:v>
                </c:pt>
                <c:pt idx="46">
                  <c:v>2004.70000000001</c:v>
                </c:pt>
                <c:pt idx="47">
                  <c:v>2004.80000000001</c:v>
                </c:pt>
                <c:pt idx="48">
                  <c:v>2004.90000000001</c:v>
                </c:pt>
                <c:pt idx="49">
                  <c:v>2005.00000000001</c:v>
                </c:pt>
                <c:pt idx="50">
                  <c:v>2005.10000000001</c:v>
                </c:pt>
                <c:pt idx="51">
                  <c:v>2005.20000000001</c:v>
                </c:pt>
                <c:pt idx="52">
                  <c:v>2005.30000000001</c:v>
                </c:pt>
                <c:pt idx="53">
                  <c:v>2005.40000000001</c:v>
                </c:pt>
                <c:pt idx="54">
                  <c:v>2005.50000000001</c:v>
                </c:pt>
                <c:pt idx="55">
                  <c:v>2005.60000000001</c:v>
                </c:pt>
                <c:pt idx="56">
                  <c:v>2005.70000000001</c:v>
                </c:pt>
                <c:pt idx="57">
                  <c:v>2005.80000000001</c:v>
                </c:pt>
                <c:pt idx="58">
                  <c:v>2005.90000000001</c:v>
                </c:pt>
                <c:pt idx="59">
                  <c:v>2006.00000000001</c:v>
                </c:pt>
                <c:pt idx="60">
                  <c:v>2006.10000000001</c:v>
                </c:pt>
                <c:pt idx="61">
                  <c:v>2006.20000000001</c:v>
                </c:pt>
                <c:pt idx="62">
                  <c:v>2006.30000000001</c:v>
                </c:pt>
                <c:pt idx="63">
                  <c:v>2006.40000000001</c:v>
                </c:pt>
                <c:pt idx="64">
                  <c:v>2006.50000000001</c:v>
                </c:pt>
                <c:pt idx="65">
                  <c:v>2006.60000000001</c:v>
                </c:pt>
                <c:pt idx="66">
                  <c:v>2006.70000000001</c:v>
                </c:pt>
                <c:pt idx="67">
                  <c:v>2006.80000000001</c:v>
                </c:pt>
                <c:pt idx="68">
                  <c:v>2006.90000000001</c:v>
                </c:pt>
                <c:pt idx="69">
                  <c:v>2007.00000000001</c:v>
                </c:pt>
                <c:pt idx="70">
                  <c:v>2007.10000000001</c:v>
                </c:pt>
                <c:pt idx="71">
                  <c:v>2007.20000000001</c:v>
                </c:pt>
                <c:pt idx="72">
                  <c:v>2007.30000000001</c:v>
                </c:pt>
                <c:pt idx="73">
                  <c:v>2007.40000000001</c:v>
                </c:pt>
                <c:pt idx="74">
                  <c:v>2007.50000000001</c:v>
                </c:pt>
                <c:pt idx="75">
                  <c:v>2007.60000000001</c:v>
                </c:pt>
                <c:pt idx="76">
                  <c:v>2007.70000000001</c:v>
                </c:pt>
                <c:pt idx="77">
                  <c:v>2007.80000000001</c:v>
                </c:pt>
                <c:pt idx="78">
                  <c:v>2007.90000000001</c:v>
                </c:pt>
                <c:pt idx="79">
                  <c:v>2008.00000000001</c:v>
                </c:pt>
                <c:pt idx="80">
                  <c:v>2008.10000000001</c:v>
                </c:pt>
                <c:pt idx="81">
                  <c:v>2008.20000000001</c:v>
                </c:pt>
                <c:pt idx="82">
                  <c:v>2008.30000000001</c:v>
                </c:pt>
                <c:pt idx="83">
                  <c:v>2008.40000000001</c:v>
                </c:pt>
                <c:pt idx="84">
                  <c:v>2008.50000000001</c:v>
                </c:pt>
                <c:pt idx="85">
                  <c:v>2008.60000000001</c:v>
                </c:pt>
                <c:pt idx="86">
                  <c:v>2008.70000000001</c:v>
                </c:pt>
                <c:pt idx="87">
                  <c:v>2008.80000000001</c:v>
                </c:pt>
                <c:pt idx="88">
                  <c:v>2008.90000000001</c:v>
                </c:pt>
                <c:pt idx="89">
                  <c:v>2009.00000000001</c:v>
                </c:pt>
                <c:pt idx="90">
                  <c:v>2009.10000000001</c:v>
                </c:pt>
                <c:pt idx="91">
                  <c:v>2009.20000000001</c:v>
                </c:pt>
                <c:pt idx="92">
                  <c:v>2009.30000000001</c:v>
                </c:pt>
                <c:pt idx="93">
                  <c:v>2009.40000000001</c:v>
                </c:pt>
                <c:pt idx="94">
                  <c:v>2009.50000000001</c:v>
                </c:pt>
                <c:pt idx="95">
                  <c:v>2009.60000000001</c:v>
                </c:pt>
                <c:pt idx="96">
                  <c:v>2009.70000000001</c:v>
                </c:pt>
                <c:pt idx="97">
                  <c:v>2009.80000000001</c:v>
                </c:pt>
                <c:pt idx="98">
                  <c:v>2009.90000000001</c:v>
                </c:pt>
                <c:pt idx="99">
                  <c:v>2010.00000000001</c:v>
                </c:pt>
                <c:pt idx="100">
                  <c:v>2010.10000000001</c:v>
                </c:pt>
                <c:pt idx="101">
                  <c:v>2010.20000000001</c:v>
                </c:pt>
                <c:pt idx="102">
                  <c:v>2010.30000000001</c:v>
                </c:pt>
                <c:pt idx="103">
                  <c:v>2010.40000000001</c:v>
                </c:pt>
                <c:pt idx="104">
                  <c:v>2010.50000000001</c:v>
                </c:pt>
                <c:pt idx="105">
                  <c:v>2010.60000000001</c:v>
                </c:pt>
                <c:pt idx="106">
                  <c:v>2010.70000000001</c:v>
                </c:pt>
                <c:pt idx="107">
                  <c:v>2010.80000000001</c:v>
                </c:pt>
                <c:pt idx="108">
                  <c:v>2010.90000000001</c:v>
                </c:pt>
                <c:pt idx="109">
                  <c:v>2011.00000000001</c:v>
                </c:pt>
                <c:pt idx="110">
                  <c:v>2011.10000000001</c:v>
                </c:pt>
                <c:pt idx="111">
                  <c:v>2011.20000000002</c:v>
                </c:pt>
                <c:pt idx="112">
                  <c:v>2011.30000000002</c:v>
                </c:pt>
                <c:pt idx="113">
                  <c:v>2011.40000000002</c:v>
                </c:pt>
                <c:pt idx="114">
                  <c:v>2011.50000000002</c:v>
                </c:pt>
                <c:pt idx="115">
                  <c:v>2011.60000000002</c:v>
                </c:pt>
                <c:pt idx="116">
                  <c:v>2011.70000000002</c:v>
                </c:pt>
                <c:pt idx="117">
                  <c:v>2011.80000000002</c:v>
                </c:pt>
                <c:pt idx="118">
                  <c:v>2011.90000000002</c:v>
                </c:pt>
                <c:pt idx="119">
                  <c:v>2012.00000000002</c:v>
                </c:pt>
                <c:pt idx="120">
                  <c:v>2012.10000000002</c:v>
                </c:pt>
                <c:pt idx="121">
                  <c:v>2012.20000000002</c:v>
                </c:pt>
                <c:pt idx="122">
                  <c:v>2012.30000000002</c:v>
                </c:pt>
                <c:pt idx="123">
                  <c:v>2012.40000000002</c:v>
                </c:pt>
                <c:pt idx="124">
                  <c:v>2012.50000000002</c:v>
                </c:pt>
                <c:pt idx="125">
                  <c:v>2012.60000000002</c:v>
                </c:pt>
                <c:pt idx="126">
                  <c:v>2012.70000000002</c:v>
                </c:pt>
                <c:pt idx="127">
                  <c:v>2012.80000000002</c:v>
                </c:pt>
                <c:pt idx="128">
                  <c:v>2012.90000000002</c:v>
                </c:pt>
                <c:pt idx="129">
                  <c:v>2013.00000000002</c:v>
                </c:pt>
                <c:pt idx="130">
                  <c:v>2013.10000000002</c:v>
                </c:pt>
                <c:pt idx="131">
                  <c:v>2013.20000000002</c:v>
                </c:pt>
                <c:pt idx="132">
                  <c:v>2013.30000000002</c:v>
                </c:pt>
                <c:pt idx="133">
                  <c:v>2013.40000000002</c:v>
                </c:pt>
                <c:pt idx="134">
                  <c:v>2013.50000000002</c:v>
                </c:pt>
                <c:pt idx="135">
                  <c:v>2013.60000000002</c:v>
                </c:pt>
                <c:pt idx="136">
                  <c:v>2013.70000000002</c:v>
                </c:pt>
                <c:pt idx="137">
                  <c:v>2013.80000000002</c:v>
                </c:pt>
                <c:pt idx="138">
                  <c:v>2013.90000000002</c:v>
                </c:pt>
                <c:pt idx="139">
                  <c:v>2014.00000000002</c:v>
                </c:pt>
                <c:pt idx="140">
                  <c:v>2014.10000000002</c:v>
                </c:pt>
                <c:pt idx="141">
                  <c:v>2014.20000000002</c:v>
                </c:pt>
                <c:pt idx="142">
                  <c:v>2014.30000000002</c:v>
                </c:pt>
                <c:pt idx="143">
                  <c:v>2014.40000000002</c:v>
                </c:pt>
                <c:pt idx="144">
                  <c:v>2014.50000000002</c:v>
                </c:pt>
                <c:pt idx="145">
                  <c:v>2014.60000000002</c:v>
                </c:pt>
                <c:pt idx="146">
                  <c:v>2014.70000000002</c:v>
                </c:pt>
                <c:pt idx="147">
                  <c:v>2014.80000000002</c:v>
                </c:pt>
                <c:pt idx="148">
                  <c:v>2014.90000000002</c:v>
                </c:pt>
                <c:pt idx="149">
                  <c:v>2015.00000000002</c:v>
                </c:pt>
                <c:pt idx="150">
                  <c:v>2015.10000000002</c:v>
                </c:pt>
                <c:pt idx="151">
                  <c:v>2015.20000000002</c:v>
                </c:pt>
                <c:pt idx="152">
                  <c:v>2015.30000000002</c:v>
                </c:pt>
                <c:pt idx="153">
                  <c:v>2015.40000000002</c:v>
                </c:pt>
                <c:pt idx="154">
                  <c:v>2015.50000000002</c:v>
                </c:pt>
                <c:pt idx="155">
                  <c:v>2015.60000000002</c:v>
                </c:pt>
                <c:pt idx="156">
                  <c:v>2015.70000000002</c:v>
                </c:pt>
                <c:pt idx="157">
                  <c:v>2015.80000000002</c:v>
                </c:pt>
                <c:pt idx="158">
                  <c:v>2015.90000000002</c:v>
                </c:pt>
                <c:pt idx="159">
                  <c:v>2016.00000000002</c:v>
                </c:pt>
                <c:pt idx="160">
                  <c:v>2016.10000000002</c:v>
                </c:pt>
                <c:pt idx="161">
                  <c:v>2016.20000000002</c:v>
                </c:pt>
                <c:pt idx="162">
                  <c:v>2016.30000000002</c:v>
                </c:pt>
                <c:pt idx="163">
                  <c:v>2016.40000000002</c:v>
                </c:pt>
                <c:pt idx="164">
                  <c:v>2016.50000000002</c:v>
                </c:pt>
                <c:pt idx="165">
                  <c:v>2016.60000000002</c:v>
                </c:pt>
                <c:pt idx="166">
                  <c:v>2016.70000000002</c:v>
                </c:pt>
                <c:pt idx="167">
                  <c:v>2016.80000000002</c:v>
                </c:pt>
                <c:pt idx="168">
                  <c:v>2016.90000000002</c:v>
                </c:pt>
                <c:pt idx="169">
                  <c:v>2017.00000000002</c:v>
                </c:pt>
                <c:pt idx="170">
                  <c:v>2017.10000000002</c:v>
                </c:pt>
                <c:pt idx="171">
                  <c:v>2017.20000000002</c:v>
                </c:pt>
                <c:pt idx="172">
                  <c:v>2017.30000000002</c:v>
                </c:pt>
                <c:pt idx="173">
                  <c:v>2017.40000000002</c:v>
                </c:pt>
                <c:pt idx="174">
                  <c:v>2017.50000000002</c:v>
                </c:pt>
                <c:pt idx="175">
                  <c:v>2017.60000000002</c:v>
                </c:pt>
                <c:pt idx="176">
                  <c:v>2017.70000000002</c:v>
                </c:pt>
                <c:pt idx="177">
                  <c:v>2017.80000000002</c:v>
                </c:pt>
                <c:pt idx="178">
                  <c:v>2017.90000000002</c:v>
                </c:pt>
                <c:pt idx="179">
                  <c:v>2018.00000000002</c:v>
                </c:pt>
                <c:pt idx="180">
                  <c:v>2018.10000000002</c:v>
                </c:pt>
                <c:pt idx="181">
                  <c:v>2018.20000000002</c:v>
                </c:pt>
                <c:pt idx="182">
                  <c:v>2018.30000000002</c:v>
                </c:pt>
                <c:pt idx="183">
                  <c:v>2018.40000000002</c:v>
                </c:pt>
                <c:pt idx="184">
                  <c:v>2018.50000000003</c:v>
                </c:pt>
                <c:pt idx="185">
                  <c:v>2018.60000000003</c:v>
                </c:pt>
                <c:pt idx="186">
                  <c:v>2018.70000000003</c:v>
                </c:pt>
                <c:pt idx="187">
                  <c:v>2018.80000000003</c:v>
                </c:pt>
                <c:pt idx="188">
                  <c:v>2018.90000000003</c:v>
                </c:pt>
                <c:pt idx="189">
                  <c:v>2019.00000000003</c:v>
                </c:pt>
                <c:pt idx="190">
                  <c:v>2019.10000000003</c:v>
                </c:pt>
                <c:pt idx="191">
                  <c:v>2019.20000000003</c:v>
                </c:pt>
                <c:pt idx="192">
                  <c:v>2019.30000000003</c:v>
                </c:pt>
                <c:pt idx="193">
                  <c:v>2019.40000000003</c:v>
                </c:pt>
                <c:pt idx="194">
                  <c:v>2019.50000000003</c:v>
                </c:pt>
                <c:pt idx="195">
                  <c:v>2019.60000000003</c:v>
                </c:pt>
                <c:pt idx="196">
                  <c:v>2019.70000000003</c:v>
                </c:pt>
                <c:pt idx="197">
                  <c:v>2019.80000000003</c:v>
                </c:pt>
                <c:pt idx="198">
                  <c:v>2019.90000000003</c:v>
                </c:pt>
                <c:pt idx="199">
                  <c:v>2020.00000000003</c:v>
                </c:pt>
                <c:pt idx="200">
                  <c:v>2020.10000000003</c:v>
                </c:pt>
                <c:pt idx="201">
                  <c:v>2020.20000000003</c:v>
                </c:pt>
                <c:pt idx="202">
                  <c:v>2020.30000000003</c:v>
                </c:pt>
                <c:pt idx="203">
                  <c:v>2020.40000000003</c:v>
                </c:pt>
                <c:pt idx="204">
                  <c:v>2020.50000000003</c:v>
                </c:pt>
                <c:pt idx="205">
                  <c:v>2020.60000000003</c:v>
                </c:pt>
                <c:pt idx="206">
                  <c:v>2020.70000000003</c:v>
                </c:pt>
                <c:pt idx="207">
                  <c:v>2020.80000000003</c:v>
                </c:pt>
                <c:pt idx="208">
                  <c:v>2020.90000000003</c:v>
                </c:pt>
                <c:pt idx="209">
                  <c:v>2021.00000000003</c:v>
                </c:pt>
                <c:pt idx="210">
                  <c:v>2021.10000000003</c:v>
                </c:pt>
                <c:pt idx="211">
                  <c:v>2021.20000000003</c:v>
                </c:pt>
                <c:pt idx="212">
                  <c:v>2021.30000000003</c:v>
                </c:pt>
                <c:pt idx="213">
                  <c:v>2021.40000000003</c:v>
                </c:pt>
                <c:pt idx="214">
                  <c:v>2021.50000000003</c:v>
                </c:pt>
                <c:pt idx="215">
                  <c:v>2021.60000000003</c:v>
                </c:pt>
                <c:pt idx="216">
                  <c:v>2021.70000000003</c:v>
                </c:pt>
                <c:pt idx="217">
                  <c:v>2021.80000000003</c:v>
                </c:pt>
                <c:pt idx="218">
                  <c:v>2021.90000000003</c:v>
                </c:pt>
                <c:pt idx="219">
                  <c:v>2022.00000000003</c:v>
                </c:pt>
                <c:pt idx="220">
                  <c:v>2022.10000000003</c:v>
                </c:pt>
                <c:pt idx="221">
                  <c:v>2022.20000000003</c:v>
                </c:pt>
                <c:pt idx="222">
                  <c:v>2022.30000000003</c:v>
                </c:pt>
                <c:pt idx="223">
                  <c:v>2022.40000000003</c:v>
                </c:pt>
                <c:pt idx="224">
                  <c:v>2022.50000000003</c:v>
                </c:pt>
                <c:pt idx="225">
                  <c:v>2022.60000000003</c:v>
                </c:pt>
                <c:pt idx="226">
                  <c:v>2022.70000000003</c:v>
                </c:pt>
                <c:pt idx="227">
                  <c:v>2022.80000000003</c:v>
                </c:pt>
                <c:pt idx="228">
                  <c:v>2022.90000000003</c:v>
                </c:pt>
                <c:pt idx="229">
                  <c:v>2023.00000000003</c:v>
                </c:pt>
                <c:pt idx="230">
                  <c:v>2023.10000000003</c:v>
                </c:pt>
                <c:pt idx="231">
                  <c:v>2023.20000000003</c:v>
                </c:pt>
                <c:pt idx="232">
                  <c:v>2023.30000000003</c:v>
                </c:pt>
                <c:pt idx="233">
                  <c:v>2023.40000000003</c:v>
                </c:pt>
                <c:pt idx="234">
                  <c:v>2023.50000000003</c:v>
                </c:pt>
                <c:pt idx="235">
                  <c:v>2023.60000000003</c:v>
                </c:pt>
                <c:pt idx="236">
                  <c:v>2023.70000000003</c:v>
                </c:pt>
                <c:pt idx="237">
                  <c:v>2023.80000000003</c:v>
                </c:pt>
                <c:pt idx="238">
                  <c:v>2023.90000000003</c:v>
                </c:pt>
                <c:pt idx="239">
                  <c:v>2024.00000000003</c:v>
                </c:pt>
                <c:pt idx="240">
                  <c:v>2024.10000000003</c:v>
                </c:pt>
                <c:pt idx="241">
                  <c:v>2024.20000000003</c:v>
                </c:pt>
                <c:pt idx="242">
                  <c:v>2024.30000000003</c:v>
                </c:pt>
                <c:pt idx="243">
                  <c:v>2024.40000000003</c:v>
                </c:pt>
                <c:pt idx="244">
                  <c:v>2024.50000000003</c:v>
                </c:pt>
                <c:pt idx="245">
                  <c:v>2024.60000000003</c:v>
                </c:pt>
                <c:pt idx="246">
                  <c:v>2024.70000000003</c:v>
                </c:pt>
                <c:pt idx="247">
                  <c:v>2024.80000000003</c:v>
                </c:pt>
                <c:pt idx="248">
                  <c:v>2024.90000000003</c:v>
                </c:pt>
                <c:pt idx="249">
                  <c:v>2025.00000000003</c:v>
                </c:pt>
                <c:pt idx="250">
                  <c:v>2025.10000000003</c:v>
                </c:pt>
                <c:pt idx="251">
                  <c:v>2025.20000000003</c:v>
                </c:pt>
                <c:pt idx="252">
                  <c:v>2025.30000000003</c:v>
                </c:pt>
                <c:pt idx="253">
                  <c:v>2025.40000000003</c:v>
                </c:pt>
                <c:pt idx="254">
                  <c:v>2025.50000000003</c:v>
                </c:pt>
                <c:pt idx="255">
                  <c:v>2025.60000000003</c:v>
                </c:pt>
                <c:pt idx="256">
                  <c:v>2025.70000000003</c:v>
                </c:pt>
                <c:pt idx="257">
                  <c:v>2025.80000000003</c:v>
                </c:pt>
                <c:pt idx="258">
                  <c:v>2025.90000000004</c:v>
                </c:pt>
                <c:pt idx="259">
                  <c:v>2026.00000000004</c:v>
                </c:pt>
                <c:pt idx="260">
                  <c:v>2026.10000000004</c:v>
                </c:pt>
                <c:pt idx="261">
                  <c:v>2026.20000000004</c:v>
                </c:pt>
                <c:pt idx="262">
                  <c:v>2026.30000000004</c:v>
                </c:pt>
                <c:pt idx="263">
                  <c:v>2026.40000000004</c:v>
                </c:pt>
                <c:pt idx="264">
                  <c:v>2026.50000000004</c:v>
                </c:pt>
                <c:pt idx="265">
                  <c:v>2026.60000000004</c:v>
                </c:pt>
                <c:pt idx="266">
                  <c:v>2026.70000000004</c:v>
                </c:pt>
                <c:pt idx="267">
                  <c:v>2026.80000000004</c:v>
                </c:pt>
                <c:pt idx="268">
                  <c:v>2026.90000000004</c:v>
                </c:pt>
                <c:pt idx="269">
                  <c:v>2027.00000000004</c:v>
                </c:pt>
                <c:pt idx="270">
                  <c:v>2027.10000000004</c:v>
                </c:pt>
                <c:pt idx="271">
                  <c:v>2027.20000000004</c:v>
                </c:pt>
                <c:pt idx="272">
                  <c:v>2027.30000000004</c:v>
                </c:pt>
                <c:pt idx="273">
                  <c:v>2027.40000000004</c:v>
                </c:pt>
                <c:pt idx="274">
                  <c:v>2027.50000000004</c:v>
                </c:pt>
                <c:pt idx="275">
                  <c:v>2027.60000000004</c:v>
                </c:pt>
                <c:pt idx="276">
                  <c:v>2027.70000000004</c:v>
                </c:pt>
                <c:pt idx="277">
                  <c:v>2027.80000000004</c:v>
                </c:pt>
                <c:pt idx="278">
                  <c:v>2027.90000000004</c:v>
                </c:pt>
                <c:pt idx="279">
                  <c:v>2028.00000000004</c:v>
                </c:pt>
                <c:pt idx="280">
                  <c:v>2028.10000000004</c:v>
                </c:pt>
                <c:pt idx="281">
                  <c:v>2028.20000000004</c:v>
                </c:pt>
                <c:pt idx="282">
                  <c:v>2028.30000000004</c:v>
                </c:pt>
                <c:pt idx="283">
                  <c:v>2028.40000000004</c:v>
                </c:pt>
                <c:pt idx="284">
                  <c:v>2028.50000000004</c:v>
                </c:pt>
                <c:pt idx="285">
                  <c:v>2028.60000000004</c:v>
                </c:pt>
                <c:pt idx="286">
                  <c:v>2028.70000000004</c:v>
                </c:pt>
                <c:pt idx="287">
                  <c:v>2028.80000000004</c:v>
                </c:pt>
                <c:pt idx="288">
                  <c:v>2028.90000000004</c:v>
                </c:pt>
                <c:pt idx="289">
                  <c:v>2029.00000000004</c:v>
                </c:pt>
                <c:pt idx="290">
                  <c:v>2029.10000000004</c:v>
                </c:pt>
                <c:pt idx="291">
                  <c:v>2029.20000000004</c:v>
                </c:pt>
                <c:pt idx="292">
                  <c:v>2029.30000000004</c:v>
                </c:pt>
                <c:pt idx="293">
                  <c:v>2029.40000000004</c:v>
                </c:pt>
                <c:pt idx="294">
                  <c:v>2029.50000000004</c:v>
                </c:pt>
                <c:pt idx="295">
                  <c:v>2029.60000000004</c:v>
                </c:pt>
                <c:pt idx="296">
                  <c:v>2029.70000000004</c:v>
                </c:pt>
                <c:pt idx="297">
                  <c:v>2029.80000000004</c:v>
                </c:pt>
                <c:pt idx="298">
                  <c:v>2029.90000000004</c:v>
                </c:pt>
                <c:pt idx="299">
                  <c:v>2030.00000000004</c:v>
                </c:pt>
                <c:pt idx="300">
                  <c:v>2030.10000000004</c:v>
                </c:pt>
                <c:pt idx="301">
                  <c:v>2030.20000000004</c:v>
                </c:pt>
                <c:pt idx="302">
                  <c:v>2030.30000000004</c:v>
                </c:pt>
                <c:pt idx="303">
                  <c:v>2030.40000000004</c:v>
                </c:pt>
                <c:pt idx="304">
                  <c:v>2030.50000000004</c:v>
                </c:pt>
                <c:pt idx="305">
                  <c:v>2030.60000000004</c:v>
                </c:pt>
                <c:pt idx="306">
                  <c:v>2030.70000000004</c:v>
                </c:pt>
                <c:pt idx="307">
                  <c:v>2030.80000000004</c:v>
                </c:pt>
                <c:pt idx="308">
                  <c:v>2030.90000000004</c:v>
                </c:pt>
                <c:pt idx="309">
                  <c:v>2031.00000000004</c:v>
                </c:pt>
                <c:pt idx="310">
                  <c:v>2031.10000000004</c:v>
                </c:pt>
                <c:pt idx="311">
                  <c:v>2031.20000000004</c:v>
                </c:pt>
                <c:pt idx="312">
                  <c:v>2031.30000000004</c:v>
                </c:pt>
                <c:pt idx="313">
                  <c:v>2031.40000000004</c:v>
                </c:pt>
                <c:pt idx="314">
                  <c:v>2031.50000000004</c:v>
                </c:pt>
                <c:pt idx="315">
                  <c:v>2031.60000000004</c:v>
                </c:pt>
                <c:pt idx="316">
                  <c:v>2031.70000000004</c:v>
                </c:pt>
                <c:pt idx="317">
                  <c:v>2031.80000000004</c:v>
                </c:pt>
                <c:pt idx="318">
                  <c:v>2031.90000000004</c:v>
                </c:pt>
                <c:pt idx="319">
                  <c:v>2032.00000000004</c:v>
                </c:pt>
                <c:pt idx="320">
                  <c:v>2032.10000000004</c:v>
                </c:pt>
                <c:pt idx="321">
                  <c:v>2032.20000000004</c:v>
                </c:pt>
                <c:pt idx="322">
                  <c:v>2032.30000000004</c:v>
                </c:pt>
                <c:pt idx="323">
                  <c:v>2032.40000000004</c:v>
                </c:pt>
                <c:pt idx="324">
                  <c:v>2032.50000000004</c:v>
                </c:pt>
                <c:pt idx="325">
                  <c:v>2032.60000000004</c:v>
                </c:pt>
                <c:pt idx="326">
                  <c:v>2032.70000000004</c:v>
                </c:pt>
                <c:pt idx="327">
                  <c:v>2032.80000000004</c:v>
                </c:pt>
                <c:pt idx="328">
                  <c:v>2032.90000000004</c:v>
                </c:pt>
                <c:pt idx="329">
                  <c:v>2033.00000000004</c:v>
                </c:pt>
                <c:pt idx="330">
                  <c:v>2033.10000000004</c:v>
                </c:pt>
                <c:pt idx="331">
                  <c:v>2033.20000000005</c:v>
                </c:pt>
                <c:pt idx="332">
                  <c:v>2033.30000000005</c:v>
                </c:pt>
                <c:pt idx="333">
                  <c:v>2033.40000000005</c:v>
                </c:pt>
                <c:pt idx="334">
                  <c:v>2033.50000000005</c:v>
                </c:pt>
                <c:pt idx="335">
                  <c:v>2033.60000000005</c:v>
                </c:pt>
                <c:pt idx="336">
                  <c:v>2033.70000000005</c:v>
                </c:pt>
                <c:pt idx="337">
                  <c:v>2033.80000000005</c:v>
                </c:pt>
                <c:pt idx="338">
                  <c:v>2033.90000000005</c:v>
                </c:pt>
                <c:pt idx="339">
                  <c:v>2034.00000000005</c:v>
                </c:pt>
                <c:pt idx="340">
                  <c:v>2034.10000000005</c:v>
                </c:pt>
                <c:pt idx="341">
                  <c:v>2034.20000000005</c:v>
                </c:pt>
                <c:pt idx="342">
                  <c:v>2034.30000000005</c:v>
                </c:pt>
                <c:pt idx="343">
                  <c:v>2034.40000000005</c:v>
                </c:pt>
                <c:pt idx="344">
                  <c:v>2034.50000000005</c:v>
                </c:pt>
                <c:pt idx="345">
                  <c:v>2034.60000000005</c:v>
                </c:pt>
                <c:pt idx="346">
                  <c:v>2034.70000000005</c:v>
                </c:pt>
                <c:pt idx="347">
                  <c:v>2034.80000000005</c:v>
                </c:pt>
                <c:pt idx="348">
                  <c:v>2034.90000000005</c:v>
                </c:pt>
                <c:pt idx="349">
                  <c:v>2035.00000000005</c:v>
                </c:pt>
                <c:pt idx="350">
                  <c:v>2035.10000000005</c:v>
                </c:pt>
                <c:pt idx="351">
                  <c:v>2035.20000000005</c:v>
                </c:pt>
                <c:pt idx="352">
                  <c:v>2035.30000000005</c:v>
                </c:pt>
                <c:pt idx="353">
                  <c:v>2035.40000000005</c:v>
                </c:pt>
                <c:pt idx="354">
                  <c:v>2035.50000000005</c:v>
                </c:pt>
                <c:pt idx="355">
                  <c:v>2035.60000000005</c:v>
                </c:pt>
                <c:pt idx="356">
                  <c:v>2035.70000000005</c:v>
                </c:pt>
                <c:pt idx="357">
                  <c:v>2035.80000000005</c:v>
                </c:pt>
                <c:pt idx="358">
                  <c:v>2035.90000000005</c:v>
                </c:pt>
                <c:pt idx="359">
                  <c:v>2036.00000000005</c:v>
                </c:pt>
                <c:pt idx="360">
                  <c:v>2036.10000000005</c:v>
                </c:pt>
                <c:pt idx="361">
                  <c:v>2036.20000000005</c:v>
                </c:pt>
                <c:pt idx="362">
                  <c:v>2036.30000000005</c:v>
                </c:pt>
                <c:pt idx="363">
                  <c:v>2036.40000000005</c:v>
                </c:pt>
                <c:pt idx="364">
                  <c:v>2036.50000000005</c:v>
                </c:pt>
                <c:pt idx="365">
                  <c:v>2036.60000000005</c:v>
                </c:pt>
                <c:pt idx="366">
                  <c:v>2036.70000000005</c:v>
                </c:pt>
                <c:pt idx="367">
                  <c:v>2036.80000000005</c:v>
                </c:pt>
                <c:pt idx="368">
                  <c:v>2036.90000000005</c:v>
                </c:pt>
                <c:pt idx="369">
                  <c:v>2037.00000000005</c:v>
                </c:pt>
                <c:pt idx="370">
                  <c:v>2037.10000000005</c:v>
                </c:pt>
                <c:pt idx="371">
                  <c:v>2037.20000000005</c:v>
                </c:pt>
                <c:pt idx="372">
                  <c:v>2037.30000000005</c:v>
                </c:pt>
                <c:pt idx="373">
                  <c:v>2037.40000000005</c:v>
                </c:pt>
                <c:pt idx="374">
                  <c:v>2037.50000000005</c:v>
                </c:pt>
                <c:pt idx="375">
                  <c:v>2037.60000000005</c:v>
                </c:pt>
                <c:pt idx="376">
                  <c:v>2037.70000000005</c:v>
                </c:pt>
                <c:pt idx="377">
                  <c:v>2037.80000000005</c:v>
                </c:pt>
                <c:pt idx="378">
                  <c:v>2037.90000000005</c:v>
                </c:pt>
                <c:pt idx="379">
                  <c:v>2038.00000000005</c:v>
                </c:pt>
                <c:pt idx="380">
                  <c:v>2038.10000000005</c:v>
                </c:pt>
                <c:pt idx="381">
                  <c:v>2038.20000000005</c:v>
                </c:pt>
                <c:pt idx="382">
                  <c:v>2038.30000000005</c:v>
                </c:pt>
                <c:pt idx="383">
                  <c:v>2038.40000000005</c:v>
                </c:pt>
                <c:pt idx="384">
                  <c:v>2038.50000000005</c:v>
                </c:pt>
                <c:pt idx="385">
                  <c:v>2038.60000000005</c:v>
                </c:pt>
                <c:pt idx="386">
                  <c:v>2038.70000000005</c:v>
                </c:pt>
                <c:pt idx="387">
                  <c:v>2038.80000000005</c:v>
                </c:pt>
                <c:pt idx="388">
                  <c:v>2038.90000000005</c:v>
                </c:pt>
                <c:pt idx="389">
                  <c:v>2039.00000000005</c:v>
                </c:pt>
                <c:pt idx="390">
                  <c:v>2039.10000000005</c:v>
                </c:pt>
                <c:pt idx="391">
                  <c:v>2039.20000000005</c:v>
                </c:pt>
                <c:pt idx="392">
                  <c:v>2039.30000000005</c:v>
                </c:pt>
                <c:pt idx="393">
                  <c:v>2039.40000000005</c:v>
                </c:pt>
                <c:pt idx="394">
                  <c:v>2039.50000000005</c:v>
                </c:pt>
                <c:pt idx="395">
                  <c:v>2039.60000000005</c:v>
                </c:pt>
                <c:pt idx="396">
                  <c:v>2039.70000000005</c:v>
                </c:pt>
                <c:pt idx="397">
                  <c:v>2039.80000000005</c:v>
                </c:pt>
                <c:pt idx="398">
                  <c:v>2039.90000000005</c:v>
                </c:pt>
                <c:pt idx="399">
                  <c:v>2040.00000000005</c:v>
                </c:pt>
                <c:pt idx="400">
                  <c:v>2040.10000000005</c:v>
                </c:pt>
                <c:pt idx="401">
                  <c:v>2040.20000000005</c:v>
                </c:pt>
                <c:pt idx="402">
                  <c:v>2040.30000000005</c:v>
                </c:pt>
                <c:pt idx="403">
                  <c:v>2040.40000000005</c:v>
                </c:pt>
                <c:pt idx="404">
                  <c:v>2040.50000000006</c:v>
                </c:pt>
                <c:pt idx="405">
                  <c:v>2040.60000000006</c:v>
                </c:pt>
                <c:pt idx="406">
                  <c:v>2040.70000000006</c:v>
                </c:pt>
                <c:pt idx="407">
                  <c:v>2040.80000000006</c:v>
                </c:pt>
                <c:pt idx="408">
                  <c:v>2040.90000000006</c:v>
                </c:pt>
                <c:pt idx="409">
                  <c:v>2041.00000000006</c:v>
                </c:pt>
                <c:pt idx="410">
                  <c:v>2041.10000000006</c:v>
                </c:pt>
                <c:pt idx="411">
                  <c:v>2041.20000000006</c:v>
                </c:pt>
                <c:pt idx="412">
                  <c:v>2041.30000000006</c:v>
                </c:pt>
                <c:pt idx="413">
                  <c:v>2041.40000000006</c:v>
                </c:pt>
                <c:pt idx="414">
                  <c:v>2041.50000000006</c:v>
                </c:pt>
                <c:pt idx="415">
                  <c:v>2041.60000000006</c:v>
                </c:pt>
                <c:pt idx="416">
                  <c:v>2041.70000000006</c:v>
                </c:pt>
                <c:pt idx="417">
                  <c:v>2041.80000000006</c:v>
                </c:pt>
                <c:pt idx="418">
                  <c:v>2041.90000000006</c:v>
                </c:pt>
                <c:pt idx="419">
                  <c:v>2042.00000000006</c:v>
                </c:pt>
                <c:pt idx="420">
                  <c:v>2042.10000000006</c:v>
                </c:pt>
                <c:pt idx="421">
                  <c:v>2042.20000000006</c:v>
                </c:pt>
                <c:pt idx="422">
                  <c:v>2042.30000000006</c:v>
                </c:pt>
                <c:pt idx="423">
                  <c:v>2042.40000000006</c:v>
                </c:pt>
                <c:pt idx="424">
                  <c:v>2042.50000000006</c:v>
                </c:pt>
                <c:pt idx="425">
                  <c:v>2042.60000000006</c:v>
                </c:pt>
                <c:pt idx="426">
                  <c:v>2042.70000000006</c:v>
                </c:pt>
                <c:pt idx="427">
                  <c:v>2042.80000000006</c:v>
                </c:pt>
                <c:pt idx="428">
                  <c:v>2042.90000000006</c:v>
                </c:pt>
                <c:pt idx="429">
                  <c:v>2043.00000000006</c:v>
                </c:pt>
                <c:pt idx="430">
                  <c:v>2043.10000000006</c:v>
                </c:pt>
                <c:pt idx="431">
                  <c:v>2043.20000000006</c:v>
                </c:pt>
                <c:pt idx="432">
                  <c:v>2043.30000000006</c:v>
                </c:pt>
                <c:pt idx="433">
                  <c:v>2043.40000000006</c:v>
                </c:pt>
                <c:pt idx="434">
                  <c:v>2043.50000000006</c:v>
                </c:pt>
                <c:pt idx="435">
                  <c:v>2043.60000000006</c:v>
                </c:pt>
                <c:pt idx="436">
                  <c:v>2043.70000000006</c:v>
                </c:pt>
                <c:pt idx="437">
                  <c:v>2043.80000000006</c:v>
                </c:pt>
                <c:pt idx="438">
                  <c:v>2043.90000000006</c:v>
                </c:pt>
                <c:pt idx="439">
                  <c:v>2044.00000000006</c:v>
                </c:pt>
                <c:pt idx="440">
                  <c:v>2044.10000000006</c:v>
                </c:pt>
                <c:pt idx="441">
                  <c:v>2044.20000000006</c:v>
                </c:pt>
                <c:pt idx="442">
                  <c:v>2044.30000000006</c:v>
                </c:pt>
                <c:pt idx="443">
                  <c:v>2044.40000000006</c:v>
                </c:pt>
                <c:pt idx="444">
                  <c:v>2044.50000000006</c:v>
                </c:pt>
                <c:pt idx="445">
                  <c:v>2044.60000000006</c:v>
                </c:pt>
                <c:pt idx="446">
                  <c:v>2044.70000000006</c:v>
                </c:pt>
                <c:pt idx="447">
                  <c:v>2044.80000000006</c:v>
                </c:pt>
                <c:pt idx="448">
                  <c:v>2044.90000000006</c:v>
                </c:pt>
                <c:pt idx="449">
                  <c:v>2045.00000000006</c:v>
                </c:pt>
                <c:pt idx="450">
                  <c:v>2045.10000000006</c:v>
                </c:pt>
                <c:pt idx="451">
                  <c:v>2045.20000000006</c:v>
                </c:pt>
                <c:pt idx="452">
                  <c:v>2045.30000000006</c:v>
                </c:pt>
                <c:pt idx="453">
                  <c:v>2045.40000000006</c:v>
                </c:pt>
                <c:pt idx="454">
                  <c:v>2045.50000000006</c:v>
                </c:pt>
                <c:pt idx="455">
                  <c:v>2045.60000000006</c:v>
                </c:pt>
                <c:pt idx="456">
                  <c:v>2045.70000000006</c:v>
                </c:pt>
                <c:pt idx="457">
                  <c:v>2045.80000000006</c:v>
                </c:pt>
                <c:pt idx="458">
                  <c:v>2045.90000000006</c:v>
                </c:pt>
                <c:pt idx="459">
                  <c:v>2046.00000000006</c:v>
                </c:pt>
                <c:pt idx="460">
                  <c:v>2046.10000000006</c:v>
                </c:pt>
                <c:pt idx="461">
                  <c:v>2046.20000000006</c:v>
                </c:pt>
                <c:pt idx="462">
                  <c:v>2046.30000000006</c:v>
                </c:pt>
                <c:pt idx="463">
                  <c:v>2046.40000000006</c:v>
                </c:pt>
                <c:pt idx="464">
                  <c:v>2046.50000000006</c:v>
                </c:pt>
                <c:pt idx="465">
                  <c:v>2046.60000000006</c:v>
                </c:pt>
                <c:pt idx="466">
                  <c:v>2046.70000000006</c:v>
                </c:pt>
                <c:pt idx="467">
                  <c:v>2046.80000000006</c:v>
                </c:pt>
                <c:pt idx="468">
                  <c:v>2046.90000000006</c:v>
                </c:pt>
                <c:pt idx="469">
                  <c:v>2047.00000000006</c:v>
                </c:pt>
                <c:pt idx="470">
                  <c:v>2047.10000000006</c:v>
                </c:pt>
                <c:pt idx="471">
                  <c:v>2047.20000000006</c:v>
                </c:pt>
                <c:pt idx="472">
                  <c:v>2047.30000000006</c:v>
                </c:pt>
                <c:pt idx="473">
                  <c:v>2047.40000000006</c:v>
                </c:pt>
                <c:pt idx="474">
                  <c:v>2047.50000000006</c:v>
                </c:pt>
                <c:pt idx="475">
                  <c:v>2047.60000000006</c:v>
                </c:pt>
                <c:pt idx="476">
                  <c:v>2047.70000000006</c:v>
                </c:pt>
                <c:pt idx="477">
                  <c:v>2047.80000000006</c:v>
                </c:pt>
                <c:pt idx="478">
                  <c:v>2047.90000000007</c:v>
                </c:pt>
                <c:pt idx="479">
                  <c:v>2048.00000000007</c:v>
                </c:pt>
                <c:pt idx="480">
                  <c:v>2048.10000000007</c:v>
                </c:pt>
                <c:pt idx="481">
                  <c:v>2048.20000000007</c:v>
                </c:pt>
                <c:pt idx="482">
                  <c:v>2048.30000000007</c:v>
                </c:pt>
                <c:pt idx="483">
                  <c:v>2048.40000000007</c:v>
                </c:pt>
                <c:pt idx="484">
                  <c:v>2048.50000000007</c:v>
                </c:pt>
                <c:pt idx="485">
                  <c:v>2048.60000000007</c:v>
                </c:pt>
                <c:pt idx="486">
                  <c:v>2048.70000000007</c:v>
                </c:pt>
                <c:pt idx="487">
                  <c:v>2048.80000000007</c:v>
                </c:pt>
                <c:pt idx="488">
                  <c:v>2048.90000000007</c:v>
                </c:pt>
                <c:pt idx="489">
                  <c:v>2049.00000000007</c:v>
                </c:pt>
                <c:pt idx="490">
                  <c:v>2049.10000000007</c:v>
                </c:pt>
                <c:pt idx="491">
                  <c:v>2049.20000000007</c:v>
                </c:pt>
                <c:pt idx="492">
                  <c:v>2049.30000000007</c:v>
                </c:pt>
                <c:pt idx="493">
                  <c:v>2049.40000000007</c:v>
                </c:pt>
                <c:pt idx="494">
                  <c:v>2049.50000000007</c:v>
                </c:pt>
                <c:pt idx="495">
                  <c:v>2049.60000000007</c:v>
                </c:pt>
                <c:pt idx="496">
                  <c:v>2049.70000000007</c:v>
                </c:pt>
                <c:pt idx="497">
                  <c:v>2049.80000000007</c:v>
                </c:pt>
                <c:pt idx="498">
                  <c:v>2049.90000000007</c:v>
                </c:pt>
                <c:pt idx="499">
                  <c:v>2050.00000000007</c:v>
                </c:pt>
                <c:pt idx="500">
                  <c:v>2050.10000000007</c:v>
                </c:pt>
                <c:pt idx="501">
                  <c:v>2050.20000000007</c:v>
                </c:pt>
                <c:pt idx="502">
                  <c:v>2050.30000000007</c:v>
                </c:pt>
                <c:pt idx="503">
                  <c:v>2050.40000000007</c:v>
                </c:pt>
                <c:pt idx="504">
                  <c:v>2050.50000000007</c:v>
                </c:pt>
                <c:pt idx="505">
                  <c:v>2050.60000000007</c:v>
                </c:pt>
                <c:pt idx="506">
                  <c:v>2050.70000000007</c:v>
                </c:pt>
                <c:pt idx="507">
                  <c:v>2050.80000000007</c:v>
                </c:pt>
                <c:pt idx="508">
                  <c:v>2050.90000000007</c:v>
                </c:pt>
                <c:pt idx="509">
                  <c:v>2051.00000000007</c:v>
                </c:pt>
                <c:pt idx="510">
                  <c:v>2051.10000000007</c:v>
                </c:pt>
                <c:pt idx="511">
                  <c:v>2051.20000000007</c:v>
                </c:pt>
                <c:pt idx="512">
                  <c:v>2051.30000000007</c:v>
                </c:pt>
                <c:pt idx="513">
                  <c:v>2051.40000000007</c:v>
                </c:pt>
                <c:pt idx="514">
                  <c:v>2051.50000000007</c:v>
                </c:pt>
                <c:pt idx="515">
                  <c:v>2051.60000000007</c:v>
                </c:pt>
                <c:pt idx="516">
                  <c:v>2051.70000000007</c:v>
                </c:pt>
                <c:pt idx="517">
                  <c:v>2051.80000000007</c:v>
                </c:pt>
                <c:pt idx="518">
                  <c:v>2051.90000000007</c:v>
                </c:pt>
                <c:pt idx="519">
                  <c:v>2052.00000000007</c:v>
                </c:pt>
                <c:pt idx="520">
                  <c:v>2052.10000000007</c:v>
                </c:pt>
                <c:pt idx="521">
                  <c:v>2052.20000000007</c:v>
                </c:pt>
                <c:pt idx="522">
                  <c:v>2052.30000000007</c:v>
                </c:pt>
                <c:pt idx="523">
                  <c:v>2052.40000000007</c:v>
                </c:pt>
                <c:pt idx="524">
                  <c:v>2052.50000000007</c:v>
                </c:pt>
                <c:pt idx="525">
                  <c:v>2052.60000000007</c:v>
                </c:pt>
                <c:pt idx="526">
                  <c:v>2052.70000000007</c:v>
                </c:pt>
                <c:pt idx="527">
                  <c:v>2052.80000000007</c:v>
                </c:pt>
                <c:pt idx="528">
                  <c:v>2052.90000000007</c:v>
                </c:pt>
                <c:pt idx="529">
                  <c:v>2053.00000000007</c:v>
                </c:pt>
                <c:pt idx="530">
                  <c:v>2053.10000000007</c:v>
                </c:pt>
                <c:pt idx="531">
                  <c:v>2053.20000000007</c:v>
                </c:pt>
                <c:pt idx="532">
                  <c:v>2053.30000000007</c:v>
                </c:pt>
                <c:pt idx="533">
                  <c:v>2053.40000000007</c:v>
                </c:pt>
                <c:pt idx="534">
                  <c:v>2053.50000000007</c:v>
                </c:pt>
                <c:pt idx="535">
                  <c:v>2053.60000000007</c:v>
                </c:pt>
                <c:pt idx="536">
                  <c:v>2053.70000000007</c:v>
                </c:pt>
                <c:pt idx="537">
                  <c:v>2053.80000000007</c:v>
                </c:pt>
                <c:pt idx="538">
                  <c:v>2053.90000000007</c:v>
                </c:pt>
                <c:pt idx="539">
                  <c:v>2054.00000000007</c:v>
                </c:pt>
                <c:pt idx="540">
                  <c:v>2054.10000000007</c:v>
                </c:pt>
                <c:pt idx="541">
                  <c:v>2054.20000000007</c:v>
                </c:pt>
                <c:pt idx="542">
                  <c:v>2054.30000000007</c:v>
                </c:pt>
                <c:pt idx="543">
                  <c:v>2054.40000000007</c:v>
                </c:pt>
                <c:pt idx="544">
                  <c:v>2054.50000000007</c:v>
                </c:pt>
                <c:pt idx="545">
                  <c:v>2054.60000000007</c:v>
                </c:pt>
                <c:pt idx="546">
                  <c:v>2054.70000000007</c:v>
                </c:pt>
                <c:pt idx="547">
                  <c:v>2054.80000000007</c:v>
                </c:pt>
                <c:pt idx="548">
                  <c:v>2054.90000000007</c:v>
                </c:pt>
                <c:pt idx="549">
                  <c:v>2055.00000000007</c:v>
                </c:pt>
                <c:pt idx="550">
                  <c:v>2055.10000000007</c:v>
                </c:pt>
                <c:pt idx="551">
                  <c:v>2055.20000000008</c:v>
                </c:pt>
                <c:pt idx="552">
                  <c:v>2055.30000000008</c:v>
                </c:pt>
                <c:pt idx="553">
                  <c:v>2055.40000000008</c:v>
                </c:pt>
                <c:pt idx="554">
                  <c:v>2055.50000000008</c:v>
                </c:pt>
                <c:pt idx="555">
                  <c:v>2055.60000000008</c:v>
                </c:pt>
                <c:pt idx="556">
                  <c:v>2055.70000000008</c:v>
                </c:pt>
                <c:pt idx="557">
                  <c:v>2055.80000000008</c:v>
                </c:pt>
                <c:pt idx="558">
                  <c:v>2055.90000000008</c:v>
                </c:pt>
                <c:pt idx="559">
                  <c:v>2056.00000000008</c:v>
                </c:pt>
                <c:pt idx="560">
                  <c:v>2056.10000000008</c:v>
                </c:pt>
                <c:pt idx="561">
                  <c:v>2056.20000000008</c:v>
                </c:pt>
                <c:pt idx="562">
                  <c:v>2056.30000000008</c:v>
                </c:pt>
                <c:pt idx="563">
                  <c:v>2056.40000000008</c:v>
                </c:pt>
                <c:pt idx="564">
                  <c:v>2056.50000000008</c:v>
                </c:pt>
                <c:pt idx="565">
                  <c:v>2056.60000000008</c:v>
                </c:pt>
                <c:pt idx="566">
                  <c:v>2056.70000000008</c:v>
                </c:pt>
                <c:pt idx="567">
                  <c:v>2056.80000000008</c:v>
                </c:pt>
                <c:pt idx="568">
                  <c:v>2056.90000000008</c:v>
                </c:pt>
                <c:pt idx="569">
                  <c:v>2057.00000000008</c:v>
                </c:pt>
                <c:pt idx="570">
                  <c:v>2057.10000000008</c:v>
                </c:pt>
                <c:pt idx="571">
                  <c:v>2057.20000000008</c:v>
                </c:pt>
                <c:pt idx="572">
                  <c:v>2057.30000000008</c:v>
                </c:pt>
                <c:pt idx="573">
                  <c:v>2057.40000000008</c:v>
                </c:pt>
                <c:pt idx="574">
                  <c:v>2057.50000000008</c:v>
                </c:pt>
                <c:pt idx="575">
                  <c:v>2057.60000000008</c:v>
                </c:pt>
                <c:pt idx="576">
                  <c:v>2057.70000000008</c:v>
                </c:pt>
                <c:pt idx="577">
                  <c:v>2057.80000000008</c:v>
                </c:pt>
                <c:pt idx="578">
                  <c:v>2057.90000000008</c:v>
                </c:pt>
                <c:pt idx="579">
                  <c:v>2058.00000000008</c:v>
                </c:pt>
                <c:pt idx="580">
                  <c:v>2058.10000000008</c:v>
                </c:pt>
                <c:pt idx="581">
                  <c:v>2058.20000000008</c:v>
                </c:pt>
                <c:pt idx="582">
                  <c:v>2058.30000000008</c:v>
                </c:pt>
                <c:pt idx="583">
                  <c:v>2058.40000000008</c:v>
                </c:pt>
                <c:pt idx="584">
                  <c:v>2058.50000000008</c:v>
                </c:pt>
                <c:pt idx="585">
                  <c:v>2058.60000000008</c:v>
                </c:pt>
                <c:pt idx="586">
                  <c:v>2058.70000000008</c:v>
                </c:pt>
                <c:pt idx="587">
                  <c:v>2058.80000000008</c:v>
                </c:pt>
                <c:pt idx="588">
                  <c:v>2058.90000000008</c:v>
                </c:pt>
                <c:pt idx="589">
                  <c:v>2059.00000000008</c:v>
                </c:pt>
                <c:pt idx="590">
                  <c:v>2059.10000000008</c:v>
                </c:pt>
                <c:pt idx="591">
                  <c:v>2059.20000000008</c:v>
                </c:pt>
                <c:pt idx="592">
                  <c:v>2059.30000000008</c:v>
                </c:pt>
                <c:pt idx="593">
                  <c:v>2059.40000000008</c:v>
                </c:pt>
                <c:pt idx="594">
                  <c:v>2059.50000000008</c:v>
                </c:pt>
                <c:pt idx="595">
                  <c:v>2059.60000000008</c:v>
                </c:pt>
                <c:pt idx="596">
                  <c:v>2059.70000000008</c:v>
                </c:pt>
                <c:pt idx="597">
                  <c:v>2059.80000000008</c:v>
                </c:pt>
                <c:pt idx="598">
                  <c:v>2059.90000000008</c:v>
                </c:pt>
                <c:pt idx="599">
                  <c:v>2060.00000000008</c:v>
                </c:pt>
                <c:pt idx="600">
                  <c:v>2060.10000000008</c:v>
                </c:pt>
                <c:pt idx="601">
                  <c:v>2060.20000000008</c:v>
                </c:pt>
                <c:pt idx="602">
                  <c:v>2060.30000000008</c:v>
                </c:pt>
                <c:pt idx="603">
                  <c:v>2060.40000000008</c:v>
                </c:pt>
                <c:pt idx="604">
                  <c:v>2060.50000000008</c:v>
                </c:pt>
                <c:pt idx="605">
                  <c:v>2060.60000000008</c:v>
                </c:pt>
                <c:pt idx="606">
                  <c:v>2060.70000000008</c:v>
                </c:pt>
                <c:pt idx="607">
                  <c:v>2060.80000000008</c:v>
                </c:pt>
                <c:pt idx="608">
                  <c:v>2060.90000000008</c:v>
                </c:pt>
                <c:pt idx="609">
                  <c:v>2061.00000000008</c:v>
                </c:pt>
                <c:pt idx="610">
                  <c:v>2061.10000000008</c:v>
                </c:pt>
                <c:pt idx="611">
                  <c:v>2061.20000000008</c:v>
                </c:pt>
                <c:pt idx="612">
                  <c:v>2061.30000000008</c:v>
                </c:pt>
                <c:pt idx="613">
                  <c:v>2061.40000000008</c:v>
                </c:pt>
                <c:pt idx="614">
                  <c:v>2061.50000000008</c:v>
                </c:pt>
                <c:pt idx="615">
                  <c:v>2061.60000000008</c:v>
                </c:pt>
                <c:pt idx="616">
                  <c:v>2061.70000000008</c:v>
                </c:pt>
                <c:pt idx="617">
                  <c:v>2061.80000000008</c:v>
                </c:pt>
                <c:pt idx="618">
                  <c:v>2061.90000000008</c:v>
                </c:pt>
                <c:pt idx="619">
                  <c:v>2062.00000000008</c:v>
                </c:pt>
                <c:pt idx="620">
                  <c:v>2062.10000000008</c:v>
                </c:pt>
                <c:pt idx="621">
                  <c:v>2062.20000000008</c:v>
                </c:pt>
                <c:pt idx="622">
                  <c:v>2062.30000000008</c:v>
                </c:pt>
                <c:pt idx="623">
                  <c:v>2062.40000000009</c:v>
                </c:pt>
                <c:pt idx="624">
                  <c:v>2062.50000000009</c:v>
                </c:pt>
                <c:pt idx="625">
                  <c:v>2062.60000000009</c:v>
                </c:pt>
                <c:pt idx="626">
                  <c:v>2062.70000000009</c:v>
                </c:pt>
                <c:pt idx="627">
                  <c:v>2062.80000000009</c:v>
                </c:pt>
                <c:pt idx="628">
                  <c:v>2062.90000000009</c:v>
                </c:pt>
                <c:pt idx="629">
                  <c:v>2063.00000000009</c:v>
                </c:pt>
                <c:pt idx="630">
                  <c:v>2063.10000000009</c:v>
                </c:pt>
                <c:pt idx="631">
                  <c:v>2063.20000000009</c:v>
                </c:pt>
                <c:pt idx="632">
                  <c:v>2063.30000000009</c:v>
                </c:pt>
                <c:pt idx="633">
                  <c:v>2063.40000000009</c:v>
                </c:pt>
                <c:pt idx="634">
                  <c:v>2063.50000000009</c:v>
                </c:pt>
                <c:pt idx="635">
                  <c:v>2063.60000000009</c:v>
                </c:pt>
                <c:pt idx="636">
                  <c:v>2063.70000000009</c:v>
                </c:pt>
                <c:pt idx="637">
                  <c:v>2063.80000000009</c:v>
                </c:pt>
                <c:pt idx="638">
                  <c:v>2063.90000000009</c:v>
                </c:pt>
                <c:pt idx="639">
                  <c:v>2064.00000000009</c:v>
                </c:pt>
                <c:pt idx="640">
                  <c:v>2064.10000000009</c:v>
                </c:pt>
                <c:pt idx="641">
                  <c:v>2064.20000000009</c:v>
                </c:pt>
                <c:pt idx="642">
                  <c:v>2064.30000000009</c:v>
                </c:pt>
                <c:pt idx="643">
                  <c:v>2064.40000000009</c:v>
                </c:pt>
                <c:pt idx="644">
                  <c:v>2064.50000000009</c:v>
                </c:pt>
                <c:pt idx="645">
                  <c:v>2064.60000000009</c:v>
                </c:pt>
                <c:pt idx="646">
                  <c:v>2064.70000000009</c:v>
                </c:pt>
                <c:pt idx="647">
                  <c:v>2064.80000000009</c:v>
                </c:pt>
                <c:pt idx="648">
                  <c:v>2064.90000000009</c:v>
                </c:pt>
                <c:pt idx="649">
                  <c:v>2065.00000000009</c:v>
                </c:pt>
                <c:pt idx="650">
                  <c:v>2065.10000000009</c:v>
                </c:pt>
                <c:pt idx="651">
                  <c:v>2065.20000000009</c:v>
                </c:pt>
                <c:pt idx="652">
                  <c:v>2065.30000000009</c:v>
                </c:pt>
                <c:pt idx="653">
                  <c:v>2065.40000000009</c:v>
                </c:pt>
                <c:pt idx="654">
                  <c:v>2065.50000000009</c:v>
                </c:pt>
                <c:pt idx="655">
                  <c:v>2065.60000000009</c:v>
                </c:pt>
                <c:pt idx="656">
                  <c:v>2065.70000000009</c:v>
                </c:pt>
                <c:pt idx="657">
                  <c:v>2065.80000000009</c:v>
                </c:pt>
                <c:pt idx="658">
                  <c:v>2065.90000000009</c:v>
                </c:pt>
                <c:pt idx="659">
                  <c:v>2066.00000000009</c:v>
                </c:pt>
                <c:pt idx="660">
                  <c:v>2066.10000000009</c:v>
                </c:pt>
                <c:pt idx="661">
                  <c:v>2066.20000000009</c:v>
                </c:pt>
                <c:pt idx="662">
                  <c:v>2066.30000000009</c:v>
                </c:pt>
                <c:pt idx="663">
                  <c:v>2066.40000000009</c:v>
                </c:pt>
                <c:pt idx="664">
                  <c:v>2066.50000000009</c:v>
                </c:pt>
                <c:pt idx="665">
                  <c:v>2066.60000000009</c:v>
                </c:pt>
                <c:pt idx="666">
                  <c:v>2066.70000000009</c:v>
                </c:pt>
                <c:pt idx="667">
                  <c:v>2066.80000000009</c:v>
                </c:pt>
                <c:pt idx="668">
                  <c:v>2066.90000000009</c:v>
                </c:pt>
                <c:pt idx="669">
                  <c:v>2067.00000000009</c:v>
                </c:pt>
                <c:pt idx="670">
                  <c:v>2067.10000000009</c:v>
                </c:pt>
                <c:pt idx="671">
                  <c:v>2067.20000000009</c:v>
                </c:pt>
                <c:pt idx="672">
                  <c:v>2067.30000000009</c:v>
                </c:pt>
                <c:pt idx="673">
                  <c:v>2067.40000000009</c:v>
                </c:pt>
                <c:pt idx="674">
                  <c:v>2067.50000000009</c:v>
                </c:pt>
                <c:pt idx="675">
                  <c:v>2067.60000000009</c:v>
                </c:pt>
                <c:pt idx="676">
                  <c:v>2067.70000000009</c:v>
                </c:pt>
                <c:pt idx="677">
                  <c:v>2067.80000000009</c:v>
                </c:pt>
                <c:pt idx="678">
                  <c:v>2067.90000000009</c:v>
                </c:pt>
                <c:pt idx="679">
                  <c:v>2068.00000000009</c:v>
                </c:pt>
                <c:pt idx="680">
                  <c:v>2068.10000000009</c:v>
                </c:pt>
                <c:pt idx="681">
                  <c:v>2068.20000000009</c:v>
                </c:pt>
                <c:pt idx="682">
                  <c:v>2068.30000000009</c:v>
                </c:pt>
                <c:pt idx="683">
                  <c:v>2068.40000000009</c:v>
                </c:pt>
                <c:pt idx="684">
                  <c:v>2068.50000000009</c:v>
                </c:pt>
                <c:pt idx="685">
                  <c:v>2068.60000000009</c:v>
                </c:pt>
                <c:pt idx="686">
                  <c:v>2068.70000000009</c:v>
                </c:pt>
                <c:pt idx="687">
                  <c:v>2068.80000000009</c:v>
                </c:pt>
                <c:pt idx="688">
                  <c:v>2068.90000000009</c:v>
                </c:pt>
                <c:pt idx="689">
                  <c:v>2069.00000000009</c:v>
                </c:pt>
                <c:pt idx="690">
                  <c:v>2069.10000000009</c:v>
                </c:pt>
                <c:pt idx="691">
                  <c:v>2069.20000000009</c:v>
                </c:pt>
                <c:pt idx="692">
                  <c:v>2069.30000000009</c:v>
                </c:pt>
                <c:pt idx="693">
                  <c:v>2069.40000000009</c:v>
                </c:pt>
                <c:pt idx="694">
                  <c:v>2069.50000000009</c:v>
                </c:pt>
                <c:pt idx="695">
                  <c:v>2069.60000000009</c:v>
                </c:pt>
                <c:pt idx="696">
                  <c:v>2069.70000000009</c:v>
                </c:pt>
                <c:pt idx="697">
                  <c:v>2069.8000000001</c:v>
                </c:pt>
                <c:pt idx="698">
                  <c:v>2069.9000000001</c:v>
                </c:pt>
                <c:pt idx="699">
                  <c:v>2070.0000000001</c:v>
                </c:pt>
                <c:pt idx="700">
                  <c:v>2070.1000000001</c:v>
                </c:pt>
                <c:pt idx="701">
                  <c:v>2070.2000000001</c:v>
                </c:pt>
                <c:pt idx="702">
                  <c:v>2070.3000000001</c:v>
                </c:pt>
                <c:pt idx="703">
                  <c:v>2070.4000000001</c:v>
                </c:pt>
                <c:pt idx="704">
                  <c:v>2070.5000000001</c:v>
                </c:pt>
                <c:pt idx="705">
                  <c:v>2070.6000000001</c:v>
                </c:pt>
                <c:pt idx="706">
                  <c:v>2070.7000000001</c:v>
                </c:pt>
                <c:pt idx="707">
                  <c:v>2070.8000000001</c:v>
                </c:pt>
                <c:pt idx="708">
                  <c:v>2070.9000000001</c:v>
                </c:pt>
                <c:pt idx="709">
                  <c:v>2071.0000000001</c:v>
                </c:pt>
                <c:pt idx="710">
                  <c:v>2071.1000000001</c:v>
                </c:pt>
                <c:pt idx="711">
                  <c:v>2071.2000000001</c:v>
                </c:pt>
                <c:pt idx="712">
                  <c:v>2071.3000000001</c:v>
                </c:pt>
                <c:pt idx="713">
                  <c:v>2071.4000000001</c:v>
                </c:pt>
                <c:pt idx="714">
                  <c:v>2071.5000000001</c:v>
                </c:pt>
                <c:pt idx="715">
                  <c:v>2071.6000000001</c:v>
                </c:pt>
                <c:pt idx="716">
                  <c:v>2071.7000000001</c:v>
                </c:pt>
                <c:pt idx="717">
                  <c:v>2071.8000000001</c:v>
                </c:pt>
                <c:pt idx="718">
                  <c:v>2071.9000000001</c:v>
                </c:pt>
                <c:pt idx="719">
                  <c:v>2072.0000000001</c:v>
                </c:pt>
                <c:pt idx="720">
                  <c:v>2072.1000000001</c:v>
                </c:pt>
                <c:pt idx="721">
                  <c:v>2072.2000000001</c:v>
                </c:pt>
                <c:pt idx="722">
                  <c:v>2072.3000000001</c:v>
                </c:pt>
                <c:pt idx="723">
                  <c:v>2072.4000000001</c:v>
                </c:pt>
                <c:pt idx="724">
                  <c:v>2072.5000000001</c:v>
                </c:pt>
                <c:pt idx="725">
                  <c:v>2072.6000000001</c:v>
                </c:pt>
                <c:pt idx="726">
                  <c:v>2072.7000000001</c:v>
                </c:pt>
                <c:pt idx="727">
                  <c:v>2072.8000000001</c:v>
                </c:pt>
                <c:pt idx="728">
                  <c:v>2072.9000000001</c:v>
                </c:pt>
                <c:pt idx="729">
                  <c:v>2073.0000000001</c:v>
                </c:pt>
                <c:pt idx="730">
                  <c:v>2073.1000000001</c:v>
                </c:pt>
                <c:pt idx="731">
                  <c:v>2073.2000000001</c:v>
                </c:pt>
                <c:pt idx="732">
                  <c:v>2073.3000000001</c:v>
                </c:pt>
                <c:pt idx="733">
                  <c:v>2073.4000000001</c:v>
                </c:pt>
                <c:pt idx="734">
                  <c:v>2073.5000000001</c:v>
                </c:pt>
                <c:pt idx="735">
                  <c:v>2073.6000000001</c:v>
                </c:pt>
                <c:pt idx="736">
                  <c:v>2073.7000000001</c:v>
                </c:pt>
                <c:pt idx="737">
                  <c:v>2073.8000000001</c:v>
                </c:pt>
                <c:pt idx="738">
                  <c:v>2073.9000000001</c:v>
                </c:pt>
                <c:pt idx="739">
                  <c:v>2074.0000000001</c:v>
                </c:pt>
                <c:pt idx="740">
                  <c:v>2074.1000000001</c:v>
                </c:pt>
                <c:pt idx="741">
                  <c:v>2074.2000000001</c:v>
                </c:pt>
                <c:pt idx="742">
                  <c:v>2074.3000000001</c:v>
                </c:pt>
                <c:pt idx="743">
                  <c:v>2074.4000000001</c:v>
                </c:pt>
                <c:pt idx="744">
                  <c:v>2074.5000000001</c:v>
                </c:pt>
                <c:pt idx="745">
                  <c:v>2074.6000000001</c:v>
                </c:pt>
                <c:pt idx="746">
                  <c:v>2074.7000000001</c:v>
                </c:pt>
                <c:pt idx="747">
                  <c:v>2074.8000000001</c:v>
                </c:pt>
                <c:pt idx="748">
                  <c:v>2074.9000000001</c:v>
                </c:pt>
                <c:pt idx="749">
                  <c:v>2075.0000000001</c:v>
                </c:pt>
                <c:pt idx="750">
                  <c:v>2075.1000000001</c:v>
                </c:pt>
                <c:pt idx="751">
                  <c:v>2075.2000000001</c:v>
                </c:pt>
                <c:pt idx="752">
                  <c:v>2075.3000000001</c:v>
                </c:pt>
                <c:pt idx="753">
                  <c:v>2075.4000000001</c:v>
                </c:pt>
                <c:pt idx="754">
                  <c:v>2075.5000000001</c:v>
                </c:pt>
                <c:pt idx="755">
                  <c:v>2075.6000000001</c:v>
                </c:pt>
                <c:pt idx="756">
                  <c:v>2075.7000000001</c:v>
                </c:pt>
                <c:pt idx="757">
                  <c:v>2075.8000000001</c:v>
                </c:pt>
                <c:pt idx="758">
                  <c:v>2075.9000000001</c:v>
                </c:pt>
                <c:pt idx="759">
                  <c:v>2076.0000000001</c:v>
                </c:pt>
                <c:pt idx="760">
                  <c:v>2076.1000000001</c:v>
                </c:pt>
                <c:pt idx="761">
                  <c:v>2076.2000000001</c:v>
                </c:pt>
                <c:pt idx="762">
                  <c:v>2076.3000000001</c:v>
                </c:pt>
                <c:pt idx="763">
                  <c:v>2076.4000000001</c:v>
                </c:pt>
                <c:pt idx="764">
                  <c:v>2076.5000000001</c:v>
                </c:pt>
                <c:pt idx="765">
                  <c:v>2076.6000000001</c:v>
                </c:pt>
                <c:pt idx="766">
                  <c:v>2076.7000000001</c:v>
                </c:pt>
                <c:pt idx="767">
                  <c:v>2076.8000000001</c:v>
                </c:pt>
                <c:pt idx="768">
                  <c:v>2076.9000000001</c:v>
                </c:pt>
                <c:pt idx="769">
                  <c:v>2077.0000000001</c:v>
                </c:pt>
                <c:pt idx="770">
                  <c:v>2077.1000000001</c:v>
                </c:pt>
                <c:pt idx="771">
                  <c:v>2077.20000000011</c:v>
                </c:pt>
                <c:pt idx="772">
                  <c:v>2077.30000000011</c:v>
                </c:pt>
                <c:pt idx="773">
                  <c:v>2077.40000000011</c:v>
                </c:pt>
                <c:pt idx="774">
                  <c:v>2077.50000000011</c:v>
                </c:pt>
                <c:pt idx="775">
                  <c:v>2077.60000000011</c:v>
                </c:pt>
                <c:pt idx="776">
                  <c:v>2077.70000000011</c:v>
                </c:pt>
                <c:pt idx="777">
                  <c:v>2077.80000000011</c:v>
                </c:pt>
                <c:pt idx="778">
                  <c:v>2077.90000000011</c:v>
                </c:pt>
                <c:pt idx="779">
                  <c:v>2078.00000000011</c:v>
                </c:pt>
                <c:pt idx="780">
                  <c:v>2078.10000000011</c:v>
                </c:pt>
                <c:pt idx="781">
                  <c:v>2078.20000000011</c:v>
                </c:pt>
                <c:pt idx="782">
                  <c:v>2078.30000000011</c:v>
                </c:pt>
                <c:pt idx="783">
                  <c:v>2078.40000000011</c:v>
                </c:pt>
                <c:pt idx="784">
                  <c:v>2078.50000000011</c:v>
                </c:pt>
                <c:pt idx="785">
                  <c:v>2078.60000000011</c:v>
                </c:pt>
                <c:pt idx="786">
                  <c:v>2078.70000000011</c:v>
                </c:pt>
                <c:pt idx="787">
                  <c:v>2078.80000000011</c:v>
                </c:pt>
                <c:pt idx="788">
                  <c:v>2078.90000000011</c:v>
                </c:pt>
                <c:pt idx="789">
                  <c:v>2079.00000000011</c:v>
                </c:pt>
                <c:pt idx="790">
                  <c:v>2079.10000000011</c:v>
                </c:pt>
                <c:pt idx="791">
                  <c:v>2079.20000000011</c:v>
                </c:pt>
                <c:pt idx="792">
                  <c:v>2079.30000000011</c:v>
                </c:pt>
                <c:pt idx="793">
                  <c:v>2079.40000000011</c:v>
                </c:pt>
                <c:pt idx="794">
                  <c:v>2079.50000000011</c:v>
                </c:pt>
                <c:pt idx="795">
                  <c:v>2079.60000000011</c:v>
                </c:pt>
                <c:pt idx="796">
                  <c:v>2079.70000000011</c:v>
                </c:pt>
                <c:pt idx="797">
                  <c:v>2079.80000000011</c:v>
                </c:pt>
                <c:pt idx="798">
                  <c:v>2079.90000000011</c:v>
                </c:pt>
                <c:pt idx="799">
                  <c:v>2080.00000000011</c:v>
                </c:pt>
                <c:pt idx="800">
                  <c:v>2080.10000000011</c:v>
                </c:pt>
                <c:pt idx="801">
                  <c:v>2080.20000000011</c:v>
                </c:pt>
                <c:pt idx="802">
                  <c:v>2080.30000000011</c:v>
                </c:pt>
                <c:pt idx="803">
                  <c:v>2080.40000000011</c:v>
                </c:pt>
                <c:pt idx="804">
                  <c:v>2080.50000000011</c:v>
                </c:pt>
                <c:pt idx="805">
                  <c:v>2080.60000000011</c:v>
                </c:pt>
                <c:pt idx="806">
                  <c:v>2080.70000000011</c:v>
                </c:pt>
                <c:pt idx="807">
                  <c:v>2080.80000000011</c:v>
                </c:pt>
                <c:pt idx="808">
                  <c:v>2080.90000000011</c:v>
                </c:pt>
                <c:pt idx="809">
                  <c:v>2081.00000000011</c:v>
                </c:pt>
                <c:pt idx="810">
                  <c:v>2081.10000000011</c:v>
                </c:pt>
                <c:pt idx="811">
                  <c:v>2081.20000000011</c:v>
                </c:pt>
                <c:pt idx="812">
                  <c:v>2081.30000000011</c:v>
                </c:pt>
                <c:pt idx="813">
                  <c:v>2081.40000000011</c:v>
                </c:pt>
                <c:pt idx="814">
                  <c:v>2081.50000000011</c:v>
                </c:pt>
                <c:pt idx="815">
                  <c:v>2081.60000000011</c:v>
                </c:pt>
                <c:pt idx="816">
                  <c:v>2081.70000000011</c:v>
                </c:pt>
                <c:pt idx="817">
                  <c:v>2081.80000000011</c:v>
                </c:pt>
                <c:pt idx="818">
                  <c:v>2081.90000000011</c:v>
                </c:pt>
                <c:pt idx="819">
                  <c:v>2082.00000000011</c:v>
                </c:pt>
                <c:pt idx="820">
                  <c:v>2082.10000000011</c:v>
                </c:pt>
                <c:pt idx="821">
                  <c:v>2082.20000000011</c:v>
                </c:pt>
                <c:pt idx="822">
                  <c:v>2082.30000000011</c:v>
                </c:pt>
                <c:pt idx="823">
                  <c:v>2082.40000000011</c:v>
                </c:pt>
                <c:pt idx="824">
                  <c:v>2082.50000000011</c:v>
                </c:pt>
                <c:pt idx="825">
                  <c:v>2082.60000000011</c:v>
                </c:pt>
                <c:pt idx="826">
                  <c:v>2082.70000000011</c:v>
                </c:pt>
                <c:pt idx="827">
                  <c:v>2082.80000000011</c:v>
                </c:pt>
                <c:pt idx="828">
                  <c:v>2082.90000000011</c:v>
                </c:pt>
                <c:pt idx="829">
                  <c:v>2083.00000000011</c:v>
                </c:pt>
                <c:pt idx="830">
                  <c:v>2083.10000000011</c:v>
                </c:pt>
                <c:pt idx="831">
                  <c:v>2083.20000000011</c:v>
                </c:pt>
                <c:pt idx="832">
                  <c:v>2083.30000000011</c:v>
                </c:pt>
                <c:pt idx="833">
                  <c:v>2083.40000000011</c:v>
                </c:pt>
                <c:pt idx="834">
                  <c:v>2083.50000000011</c:v>
                </c:pt>
                <c:pt idx="835">
                  <c:v>2083.60000000011</c:v>
                </c:pt>
                <c:pt idx="836">
                  <c:v>2083.70000000011</c:v>
                </c:pt>
                <c:pt idx="837">
                  <c:v>2083.80000000011</c:v>
                </c:pt>
                <c:pt idx="838">
                  <c:v>2083.90000000011</c:v>
                </c:pt>
                <c:pt idx="839">
                  <c:v>2084.00000000011</c:v>
                </c:pt>
                <c:pt idx="840">
                  <c:v>2084.10000000011</c:v>
                </c:pt>
                <c:pt idx="841">
                  <c:v>2084.20000000011</c:v>
                </c:pt>
                <c:pt idx="842">
                  <c:v>2084.30000000011</c:v>
                </c:pt>
                <c:pt idx="843">
                  <c:v>2084.40000000012</c:v>
                </c:pt>
                <c:pt idx="844">
                  <c:v>2084.50000000012</c:v>
                </c:pt>
                <c:pt idx="845">
                  <c:v>2084.60000000012</c:v>
                </c:pt>
                <c:pt idx="846">
                  <c:v>2084.70000000012</c:v>
                </c:pt>
                <c:pt idx="847">
                  <c:v>2084.80000000012</c:v>
                </c:pt>
                <c:pt idx="848">
                  <c:v>2084.90000000012</c:v>
                </c:pt>
                <c:pt idx="849">
                  <c:v>2085.00000000012</c:v>
                </c:pt>
                <c:pt idx="850">
                  <c:v>2085.10000000012</c:v>
                </c:pt>
                <c:pt idx="851">
                  <c:v>2085.20000000012</c:v>
                </c:pt>
                <c:pt idx="852">
                  <c:v>2085.30000000012</c:v>
                </c:pt>
                <c:pt idx="853">
                  <c:v>2085.40000000012</c:v>
                </c:pt>
                <c:pt idx="854">
                  <c:v>2085.50000000012</c:v>
                </c:pt>
                <c:pt idx="855">
                  <c:v>2085.60000000012</c:v>
                </c:pt>
                <c:pt idx="856">
                  <c:v>2085.70000000012</c:v>
                </c:pt>
                <c:pt idx="857">
                  <c:v>2085.80000000012</c:v>
                </c:pt>
                <c:pt idx="858">
                  <c:v>2085.90000000012</c:v>
                </c:pt>
                <c:pt idx="859">
                  <c:v>2086.00000000012</c:v>
                </c:pt>
                <c:pt idx="860">
                  <c:v>2086.10000000012</c:v>
                </c:pt>
                <c:pt idx="861">
                  <c:v>2086.20000000012</c:v>
                </c:pt>
                <c:pt idx="862">
                  <c:v>2086.30000000012</c:v>
                </c:pt>
                <c:pt idx="863">
                  <c:v>2086.40000000012</c:v>
                </c:pt>
                <c:pt idx="864">
                  <c:v>2086.50000000012</c:v>
                </c:pt>
                <c:pt idx="865">
                  <c:v>2086.60000000012</c:v>
                </c:pt>
                <c:pt idx="866">
                  <c:v>2086.70000000012</c:v>
                </c:pt>
                <c:pt idx="867">
                  <c:v>2086.80000000012</c:v>
                </c:pt>
                <c:pt idx="868">
                  <c:v>2086.90000000012</c:v>
                </c:pt>
                <c:pt idx="869">
                  <c:v>2087.00000000012</c:v>
                </c:pt>
                <c:pt idx="870">
                  <c:v>2087.10000000012</c:v>
                </c:pt>
                <c:pt idx="871">
                  <c:v>2087.20000000012</c:v>
                </c:pt>
                <c:pt idx="872">
                  <c:v>2087.30000000012</c:v>
                </c:pt>
                <c:pt idx="873">
                  <c:v>2087.40000000012</c:v>
                </c:pt>
                <c:pt idx="874">
                  <c:v>2087.50000000012</c:v>
                </c:pt>
                <c:pt idx="875">
                  <c:v>2087.60000000012</c:v>
                </c:pt>
                <c:pt idx="876">
                  <c:v>2087.70000000012</c:v>
                </c:pt>
                <c:pt idx="877">
                  <c:v>2087.80000000012</c:v>
                </c:pt>
                <c:pt idx="878">
                  <c:v>2087.90000000012</c:v>
                </c:pt>
                <c:pt idx="879">
                  <c:v>2088.00000000012</c:v>
                </c:pt>
                <c:pt idx="880">
                  <c:v>2088.10000000012</c:v>
                </c:pt>
                <c:pt idx="881">
                  <c:v>2088.20000000012</c:v>
                </c:pt>
                <c:pt idx="882">
                  <c:v>2088.30000000012</c:v>
                </c:pt>
                <c:pt idx="883">
                  <c:v>2088.40000000012</c:v>
                </c:pt>
                <c:pt idx="884">
                  <c:v>2088.50000000012</c:v>
                </c:pt>
                <c:pt idx="885">
                  <c:v>2088.60000000012</c:v>
                </c:pt>
                <c:pt idx="886">
                  <c:v>2088.70000000012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E-482F-B2F3-18AAB4DD4D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yield3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Sheet1!$A$2:$A$888</c:f>
              <c:strCache>
                <c:ptCount val="88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</c:strCache>
            </c:strRef>
          </c:cat>
          <c:val>
            <c:numRef>
              <c:f>Sheet1!$D$2:$D$888</c:f>
              <c:numCache>
                <c:formatCode>General</c:formatCode>
                <c:ptCount val="887"/>
                <c:pt idx="0">
                  <c:v>3000.1</c:v>
                </c:pt>
                <c:pt idx="1">
                  <c:v>3000.2</c:v>
                </c:pt>
                <c:pt idx="2">
                  <c:v>3000.3</c:v>
                </c:pt>
                <c:pt idx="3">
                  <c:v>3000.4</c:v>
                </c:pt>
                <c:pt idx="4">
                  <c:v>3000.5</c:v>
                </c:pt>
                <c:pt idx="5">
                  <c:v>3000.6</c:v>
                </c:pt>
                <c:pt idx="6">
                  <c:v>3000.7</c:v>
                </c:pt>
                <c:pt idx="7">
                  <c:v>3000.8</c:v>
                </c:pt>
                <c:pt idx="8">
                  <c:v>3000.9</c:v>
                </c:pt>
                <c:pt idx="9">
                  <c:v>3001.0</c:v>
                </c:pt>
                <c:pt idx="10">
                  <c:v>3001.1</c:v>
                </c:pt>
                <c:pt idx="11">
                  <c:v>3001.2</c:v>
                </c:pt>
                <c:pt idx="12">
                  <c:v>3001.3</c:v>
                </c:pt>
                <c:pt idx="13">
                  <c:v>3001.4</c:v>
                </c:pt>
                <c:pt idx="14">
                  <c:v>3001.5</c:v>
                </c:pt>
                <c:pt idx="15">
                  <c:v>3001.6</c:v>
                </c:pt>
                <c:pt idx="16">
                  <c:v>3001.7</c:v>
                </c:pt>
                <c:pt idx="17">
                  <c:v>3001.8</c:v>
                </c:pt>
                <c:pt idx="18">
                  <c:v>3001.9</c:v>
                </c:pt>
                <c:pt idx="19">
                  <c:v>3002.0</c:v>
                </c:pt>
                <c:pt idx="20">
                  <c:v>3002.1</c:v>
                </c:pt>
                <c:pt idx="21">
                  <c:v>3002.2</c:v>
                </c:pt>
                <c:pt idx="22">
                  <c:v>3002.3</c:v>
                </c:pt>
                <c:pt idx="23">
                  <c:v>3002.4</c:v>
                </c:pt>
                <c:pt idx="24">
                  <c:v>3002.5</c:v>
                </c:pt>
                <c:pt idx="25">
                  <c:v>3002.6</c:v>
                </c:pt>
                <c:pt idx="26">
                  <c:v>3002.7</c:v>
                </c:pt>
                <c:pt idx="27">
                  <c:v>3002.8</c:v>
                </c:pt>
                <c:pt idx="28">
                  <c:v>3002.9</c:v>
                </c:pt>
                <c:pt idx="29">
                  <c:v>3003.0</c:v>
                </c:pt>
                <c:pt idx="30">
                  <c:v>3003.1</c:v>
                </c:pt>
                <c:pt idx="31">
                  <c:v>3003.2</c:v>
                </c:pt>
                <c:pt idx="32">
                  <c:v>3003.3</c:v>
                </c:pt>
                <c:pt idx="33">
                  <c:v>3003.4</c:v>
                </c:pt>
                <c:pt idx="34">
                  <c:v>3003.5</c:v>
                </c:pt>
                <c:pt idx="35">
                  <c:v>3003.6</c:v>
                </c:pt>
                <c:pt idx="36">
                  <c:v>3003.7</c:v>
                </c:pt>
                <c:pt idx="37">
                  <c:v>3003.8</c:v>
                </c:pt>
                <c:pt idx="38">
                  <c:v>3003.9</c:v>
                </c:pt>
                <c:pt idx="39">
                  <c:v>3004.0</c:v>
                </c:pt>
                <c:pt idx="40">
                  <c:v>3004.1</c:v>
                </c:pt>
                <c:pt idx="41">
                  <c:v>3004.2</c:v>
                </c:pt>
                <c:pt idx="42">
                  <c:v>3004.3</c:v>
                </c:pt>
                <c:pt idx="43">
                  <c:v>3004.4</c:v>
                </c:pt>
                <c:pt idx="44">
                  <c:v>3004.5</c:v>
                </c:pt>
                <c:pt idx="45">
                  <c:v>3004.6</c:v>
                </c:pt>
                <c:pt idx="46">
                  <c:v>3004.7</c:v>
                </c:pt>
                <c:pt idx="47">
                  <c:v>3004.8</c:v>
                </c:pt>
                <c:pt idx="48">
                  <c:v>3004.9</c:v>
                </c:pt>
                <c:pt idx="49">
                  <c:v>3005.0</c:v>
                </c:pt>
                <c:pt idx="50">
                  <c:v>3005.1</c:v>
                </c:pt>
                <c:pt idx="51">
                  <c:v>3005.2</c:v>
                </c:pt>
                <c:pt idx="52">
                  <c:v>3005.3</c:v>
                </c:pt>
                <c:pt idx="53">
                  <c:v>3005.4</c:v>
                </c:pt>
                <c:pt idx="54">
                  <c:v>3005.49999999999</c:v>
                </c:pt>
                <c:pt idx="55">
                  <c:v>3005.59999999999</c:v>
                </c:pt>
                <c:pt idx="56">
                  <c:v>3005.69999999999</c:v>
                </c:pt>
                <c:pt idx="57">
                  <c:v>3005.79999999999</c:v>
                </c:pt>
                <c:pt idx="58">
                  <c:v>3005.89999999999</c:v>
                </c:pt>
                <c:pt idx="59">
                  <c:v>3005.99999999999</c:v>
                </c:pt>
                <c:pt idx="60">
                  <c:v>3006.09999999999</c:v>
                </c:pt>
                <c:pt idx="61">
                  <c:v>3006.19999999999</c:v>
                </c:pt>
                <c:pt idx="62">
                  <c:v>3006.29999999999</c:v>
                </c:pt>
                <c:pt idx="63">
                  <c:v>3006.39999999999</c:v>
                </c:pt>
                <c:pt idx="64">
                  <c:v>3006.49999999999</c:v>
                </c:pt>
                <c:pt idx="65">
                  <c:v>3006.59999999999</c:v>
                </c:pt>
                <c:pt idx="66">
                  <c:v>3006.69999999999</c:v>
                </c:pt>
                <c:pt idx="67">
                  <c:v>3006.79999999999</c:v>
                </c:pt>
                <c:pt idx="68">
                  <c:v>3006.89999999999</c:v>
                </c:pt>
                <c:pt idx="69">
                  <c:v>3006.99999999999</c:v>
                </c:pt>
                <c:pt idx="70">
                  <c:v>3007.09999999999</c:v>
                </c:pt>
                <c:pt idx="71">
                  <c:v>3007.19999999999</c:v>
                </c:pt>
                <c:pt idx="72">
                  <c:v>3007.29999999999</c:v>
                </c:pt>
                <c:pt idx="73">
                  <c:v>3007.39999999999</c:v>
                </c:pt>
                <c:pt idx="74">
                  <c:v>3007.49999999999</c:v>
                </c:pt>
                <c:pt idx="75">
                  <c:v>3007.59999999999</c:v>
                </c:pt>
                <c:pt idx="76">
                  <c:v>3007.69999999999</c:v>
                </c:pt>
                <c:pt idx="77">
                  <c:v>3007.79999999999</c:v>
                </c:pt>
                <c:pt idx="78">
                  <c:v>3007.89999999999</c:v>
                </c:pt>
                <c:pt idx="79">
                  <c:v>3007.99999999999</c:v>
                </c:pt>
                <c:pt idx="80">
                  <c:v>3008.09999999999</c:v>
                </c:pt>
                <c:pt idx="81">
                  <c:v>3008.19999999999</c:v>
                </c:pt>
                <c:pt idx="82">
                  <c:v>3008.29999999999</c:v>
                </c:pt>
                <c:pt idx="83">
                  <c:v>3008.39999999999</c:v>
                </c:pt>
                <c:pt idx="84">
                  <c:v>3008.49999999999</c:v>
                </c:pt>
                <c:pt idx="85">
                  <c:v>3008.59999999999</c:v>
                </c:pt>
                <c:pt idx="86">
                  <c:v>3008.69999999999</c:v>
                </c:pt>
                <c:pt idx="87">
                  <c:v>3008.79999999999</c:v>
                </c:pt>
                <c:pt idx="88">
                  <c:v>3008.89999999999</c:v>
                </c:pt>
                <c:pt idx="89">
                  <c:v>3008.99999999999</c:v>
                </c:pt>
                <c:pt idx="90">
                  <c:v>3009.09999999999</c:v>
                </c:pt>
                <c:pt idx="91">
                  <c:v>3009.19999999999</c:v>
                </c:pt>
                <c:pt idx="92">
                  <c:v>3009.29999999999</c:v>
                </c:pt>
                <c:pt idx="93">
                  <c:v>3009.39999999999</c:v>
                </c:pt>
                <c:pt idx="94">
                  <c:v>3009.49999999999</c:v>
                </c:pt>
                <c:pt idx="95">
                  <c:v>3009.59999999999</c:v>
                </c:pt>
                <c:pt idx="96">
                  <c:v>3009.69999999999</c:v>
                </c:pt>
                <c:pt idx="97">
                  <c:v>3009.79999999999</c:v>
                </c:pt>
                <c:pt idx="98">
                  <c:v>3009.89999999999</c:v>
                </c:pt>
                <c:pt idx="99">
                  <c:v>3009.99999999999</c:v>
                </c:pt>
                <c:pt idx="100">
                  <c:v>3010.09999999999</c:v>
                </c:pt>
                <c:pt idx="101">
                  <c:v>3010.19999999999</c:v>
                </c:pt>
                <c:pt idx="102">
                  <c:v>3010.29999999999</c:v>
                </c:pt>
                <c:pt idx="103">
                  <c:v>3010.39999999999</c:v>
                </c:pt>
                <c:pt idx="104">
                  <c:v>3010.49999999999</c:v>
                </c:pt>
                <c:pt idx="105">
                  <c:v>3010.59999999999</c:v>
                </c:pt>
                <c:pt idx="106">
                  <c:v>3010.69999999999</c:v>
                </c:pt>
                <c:pt idx="107">
                  <c:v>3010.79999999999</c:v>
                </c:pt>
                <c:pt idx="108">
                  <c:v>3010.89999999999</c:v>
                </c:pt>
                <c:pt idx="109">
                  <c:v>3010.99999999999</c:v>
                </c:pt>
                <c:pt idx="110">
                  <c:v>3011.09999999999</c:v>
                </c:pt>
                <c:pt idx="111">
                  <c:v>3011.19999999999</c:v>
                </c:pt>
                <c:pt idx="112">
                  <c:v>3011.29999999999</c:v>
                </c:pt>
                <c:pt idx="113">
                  <c:v>3011.39999999999</c:v>
                </c:pt>
                <c:pt idx="114">
                  <c:v>3011.49999999999</c:v>
                </c:pt>
                <c:pt idx="115">
                  <c:v>3011.59999999999</c:v>
                </c:pt>
                <c:pt idx="116">
                  <c:v>3011.69999999999</c:v>
                </c:pt>
                <c:pt idx="117">
                  <c:v>3011.79999999999</c:v>
                </c:pt>
                <c:pt idx="118">
                  <c:v>3011.89999999999</c:v>
                </c:pt>
                <c:pt idx="119">
                  <c:v>3011.99999999999</c:v>
                </c:pt>
                <c:pt idx="120">
                  <c:v>3012.09999999999</c:v>
                </c:pt>
                <c:pt idx="121">
                  <c:v>3012.19999999999</c:v>
                </c:pt>
                <c:pt idx="122">
                  <c:v>3012.29999999999</c:v>
                </c:pt>
                <c:pt idx="123">
                  <c:v>3012.39999999999</c:v>
                </c:pt>
                <c:pt idx="124">
                  <c:v>3012.49999999999</c:v>
                </c:pt>
                <c:pt idx="125">
                  <c:v>3012.59999999999</c:v>
                </c:pt>
                <c:pt idx="126">
                  <c:v>3012.69999999999</c:v>
                </c:pt>
                <c:pt idx="127">
                  <c:v>3012.79999999999</c:v>
                </c:pt>
                <c:pt idx="128">
                  <c:v>3012.89999999999</c:v>
                </c:pt>
                <c:pt idx="129">
                  <c:v>3012.99999999999</c:v>
                </c:pt>
                <c:pt idx="130">
                  <c:v>3013.09999999999</c:v>
                </c:pt>
                <c:pt idx="131">
                  <c:v>3013.19999999999</c:v>
                </c:pt>
                <c:pt idx="132">
                  <c:v>3013.29999999999</c:v>
                </c:pt>
                <c:pt idx="133">
                  <c:v>3013.39999999999</c:v>
                </c:pt>
                <c:pt idx="134">
                  <c:v>3013.49999999999</c:v>
                </c:pt>
                <c:pt idx="135">
                  <c:v>3013.59999999999</c:v>
                </c:pt>
                <c:pt idx="136">
                  <c:v>3013.69999999999</c:v>
                </c:pt>
                <c:pt idx="137">
                  <c:v>3013.79999999999</c:v>
                </c:pt>
                <c:pt idx="138">
                  <c:v>3013.89999999999</c:v>
                </c:pt>
                <c:pt idx="139">
                  <c:v>3013.99999999999</c:v>
                </c:pt>
                <c:pt idx="140">
                  <c:v>3014.09999999999</c:v>
                </c:pt>
                <c:pt idx="141">
                  <c:v>3014.19999999999</c:v>
                </c:pt>
                <c:pt idx="142">
                  <c:v>3014.29999999999</c:v>
                </c:pt>
                <c:pt idx="143">
                  <c:v>3014.39999999999</c:v>
                </c:pt>
                <c:pt idx="144">
                  <c:v>3014.49999999999</c:v>
                </c:pt>
                <c:pt idx="145">
                  <c:v>3014.59999999999</c:v>
                </c:pt>
                <c:pt idx="146">
                  <c:v>3014.69999999999</c:v>
                </c:pt>
                <c:pt idx="147">
                  <c:v>3014.79999999999</c:v>
                </c:pt>
                <c:pt idx="148">
                  <c:v>3014.89999999999</c:v>
                </c:pt>
                <c:pt idx="149">
                  <c:v>3014.99999999999</c:v>
                </c:pt>
                <c:pt idx="150">
                  <c:v>3015.09999999999</c:v>
                </c:pt>
                <c:pt idx="151">
                  <c:v>3015.19999999999</c:v>
                </c:pt>
                <c:pt idx="152">
                  <c:v>3015.29999999999</c:v>
                </c:pt>
                <c:pt idx="153">
                  <c:v>3015.39999999999</c:v>
                </c:pt>
                <c:pt idx="154">
                  <c:v>3015.49999999999</c:v>
                </c:pt>
                <c:pt idx="155">
                  <c:v>3015.59999999999</c:v>
                </c:pt>
                <c:pt idx="156">
                  <c:v>3015.69999999999</c:v>
                </c:pt>
                <c:pt idx="157">
                  <c:v>3015.79999999999</c:v>
                </c:pt>
                <c:pt idx="158">
                  <c:v>3015.89999999999</c:v>
                </c:pt>
                <c:pt idx="159">
                  <c:v>3015.99999999999</c:v>
                </c:pt>
                <c:pt idx="160">
                  <c:v>3016.09999999999</c:v>
                </c:pt>
                <c:pt idx="161">
                  <c:v>3016.19999999999</c:v>
                </c:pt>
                <c:pt idx="162">
                  <c:v>3016.29999999999</c:v>
                </c:pt>
                <c:pt idx="163">
                  <c:v>3016.39999999999</c:v>
                </c:pt>
                <c:pt idx="164">
                  <c:v>3016.49999999998</c:v>
                </c:pt>
                <c:pt idx="165">
                  <c:v>3016.59999999998</c:v>
                </c:pt>
                <c:pt idx="166">
                  <c:v>3016.69999999998</c:v>
                </c:pt>
                <c:pt idx="167">
                  <c:v>3016.79999999998</c:v>
                </c:pt>
                <c:pt idx="168">
                  <c:v>3016.89999999998</c:v>
                </c:pt>
                <c:pt idx="169">
                  <c:v>3016.99999999998</c:v>
                </c:pt>
                <c:pt idx="170">
                  <c:v>3017.09999999998</c:v>
                </c:pt>
                <c:pt idx="171">
                  <c:v>3017.19999999998</c:v>
                </c:pt>
                <c:pt idx="172">
                  <c:v>3017.29999999998</c:v>
                </c:pt>
                <c:pt idx="173">
                  <c:v>3017.39999999998</c:v>
                </c:pt>
                <c:pt idx="174">
                  <c:v>3017.49999999998</c:v>
                </c:pt>
                <c:pt idx="175">
                  <c:v>3017.59999999998</c:v>
                </c:pt>
                <c:pt idx="176">
                  <c:v>3017.69999999998</c:v>
                </c:pt>
                <c:pt idx="177">
                  <c:v>3017.79999999998</c:v>
                </c:pt>
                <c:pt idx="178">
                  <c:v>3017.89999999998</c:v>
                </c:pt>
                <c:pt idx="179">
                  <c:v>3017.99999999998</c:v>
                </c:pt>
                <c:pt idx="180">
                  <c:v>3018.09999999998</c:v>
                </c:pt>
                <c:pt idx="181">
                  <c:v>3018.19999999998</c:v>
                </c:pt>
                <c:pt idx="182">
                  <c:v>3018.29999999998</c:v>
                </c:pt>
                <c:pt idx="183">
                  <c:v>3018.39999999998</c:v>
                </c:pt>
                <c:pt idx="184">
                  <c:v>3018.49999999998</c:v>
                </c:pt>
                <c:pt idx="185">
                  <c:v>3018.59999999998</c:v>
                </c:pt>
                <c:pt idx="186">
                  <c:v>3018.69999999998</c:v>
                </c:pt>
                <c:pt idx="187">
                  <c:v>3018.79999999998</c:v>
                </c:pt>
                <c:pt idx="188">
                  <c:v>3018.89999999998</c:v>
                </c:pt>
                <c:pt idx="189">
                  <c:v>3018.99999999998</c:v>
                </c:pt>
                <c:pt idx="190">
                  <c:v>3019.09999999998</c:v>
                </c:pt>
                <c:pt idx="191">
                  <c:v>3019.19999999998</c:v>
                </c:pt>
                <c:pt idx="192">
                  <c:v>3019.29999999998</c:v>
                </c:pt>
                <c:pt idx="193">
                  <c:v>3019.39999999998</c:v>
                </c:pt>
                <c:pt idx="194">
                  <c:v>3019.49999999998</c:v>
                </c:pt>
                <c:pt idx="195">
                  <c:v>3019.59999999998</c:v>
                </c:pt>
                <c:pt idx="196">
                  <c:v>3019.69999999998</c:v>
                </c:pt>
                <c:pt idx="197">
                  <c:v>3019.79999999998</c:v>
                </c:pt>
                <c:pt idx="198">
                  <c:v>3019.89999999998</c:v>
                </c:pt>
                <c:pt idx="199">
                  <c:v>3019.99999999998</c:v>
                </c:pt>
                <c:pt idx="200">
                  <c:v>3020.09999999998</c:v>
                </c:pt>
                <c:pt idx="201">
                  <c:v>3020.19999999998</c:v>
                </c:pt>
                <c:pt idx="202">
                  <c:v>3020.29999999998</c:v>
                </c:pt>
                <c:pt idx="203">
                  <c:v>3020.39999999998</c:v>
                </c:pt>
                <c:pt idx="204">
                  <c:v>3020.49999999998</c:v>
                </c:pt>
                <c:pt idx="205">
                  <c:v>3020.59999999998</c:v>
                </c:pt>
                <c:pt idx="206">
                  <c:v>3020.69999999998</c:v>
                </c:pt>
                <c:pt idx="207">
                  <c:v>3020.79999999998</c:v>
                </c:pt>
                <c:pt idx="208">
                  <c:v>3020.89999999998</c:v>
                </c:pt>
                <c:pt idx="209">
                  <c:v>3020.99999999998</c:v>
                </c:pt>
                <c:pt idx="210">
                  <c:v>3021.09999999998</c:v>
                </c:pt>
                <c:pt idx="211">
                  <c:v>3021.19999999998</c:v>
                </c:pt>
                <c:pt idx="212">
                  <c:v>3021.29999999998</c:v>
                </c:pt>
                <c:pt idx="213">
                  <c:v>3021.39999999998</c:v>
                </c:pt>
                <c:pt idx="214">
                  <c:v>3021.49999999998</c:v>
                </c:pt>
                <c:pt idx="215">
                  <c:v>3021.59999999998</c:v>
                </c:pt>
                <c:pt idx="216">
                  <c:v>3021.69999999998</c:v>
                </c:pt>
                <c:pt idx="217">
                  <c:v>3021.79999999998</c:v>
                </c:pt>
                <c:pt idx="218">
                  <c:v>3021.89999999998</c:v>
                </c:pt>
                <c:pt idx="219">
                  <c:v>3021.99999999998</c:v>
                </c:pt>
                <c:pt idx="220">
                  <c:v>3022.09999999998</c:v>
                </c:pt>
                <c:pt idx="221">
                  <c:v>3022.19999999998</c:v>
                </c:pt>
                <c:pt idx="222">
                  <c:v>3022.29999999998</c:v>
                </c:pt>
                <c:pt idx="223">
                  <c:v>3022.39999999998</c:v>
                </c:pt>
                <c:pt idx="224">
                  <c:v>3022.49999999998</c:v>
                </c:pt>
                <c:pt idx="225">
                  <c:v>3022.59999999998</c:v>
                </c:pt>
                <c:pt idx="226">
                  <c:v>3022.69999999998</c:v>
                </c:pt>
                <c:pt idx="227">
                  <c:v>3022.79999999998</c:v>
                </c:pt>
                <c:pt idx="228">
                  <c:v>3022.89999999998</c:v>
                </c:pt>
                <c:pt idx="229">
                  <c:v>3022.99999999998</c:v>
                </c:pt>
                <c:pt idx="230">
                  <c:v>3023.09999999998</c:v>
                </c:pt>
                <c:pt idx="231">
                  <c:v>3023.19999999998</c:v>
                </c:pt>
                <c:pt idx="232">
                  <c:v>3023.29999999998</c:v>
                </c:pt>
                <c:pt idx="233">
                  <c:v>3023.39999999998</c:v>
                </c:pt>
                <c:pt idx="234">
                  <c:v>3023.49999999998</c:v>
                </c:pt>
                <c:pt idx="235">
                  <c:v>3023.59999999998</c:v>
                </c:pt>
                <c:pt idx="236">
                  <c:v>3023.69999999998</c:v>
                </c:pt>
                <c:pt idx="237">
                  <c:v>3023.79999999998</c:v>
                </c:pt>
                <c:pt idx="238">
                  <c:v>3023.89999999998</c:v>
                </c:pt>
                <c:pt idx="239">
                  <c:v>3023.99999999998</c:v>
                </c:pt>
                <c:pt idx="240">
                  <c:v>3024.09999999998</c:v>
                </c:pt>
                <c:pt idx="241">
                  <c:v>3024.19999999998</c:v>
                </c:pt>
                <c:pt idx="242">
                  <c:v>3024.29999999998</c:v>
                </c:pt>
                <c:pt idx="243">
                  <c:v>3024.39999999998</c:v>
                </c:pt>
                <c:pt idx="244">
                  <c:v>3024.49999999998</c:v>
                </c:pt>
                <c:pt idx="245">
                  <c:v>3024.59999999998</c:v>
                </c:pt>
                <c:pt idx="246">
                  <c:v>3024.69999999998</c:v>
                </c:pt>
                <c:pt idx="247">
                  <c:v>3024.79999999998</c:v>
                </c:pt>
                <c:pt idx="248">
                  <c:v>3024.89999999998</c:v>
                </c:pt>
                <c:pt idx="249">
                  <c:v>3024.99999999998</c:v>
                </c:pt>
                <c:pt idx="250">
                  <c:v>3025.09999999998</c:v>
                </c:pt>
                <c:pt idx="251">
                  <c:v>3025.19999999998</c:v>
                </c:pt>
                <c:pt idx="252">
                  <c:v>3025.29999999998</c:v>
                </c:pt>
                <c:pt idx="253">
                  <c:v>3025.39999999998</c:v>
                </c:pt>
                <c:pt idx="254">
                  <c:v>3025.49999999998</c:v>
                </c:pt>
                <c:pt idx="255">
                  <c:v>3025.59999999998</c:v>
                </c:pt>
                <c:pt idx="256">
                  <c:v>3025.69999999998</c:v>
                </c:pt>
                <c:pt idx="257">
                  <c:v>3025.79999999998</c:v>
                </c:pt>
                <c:pt idx="258">
                  <c:v>3025.89999999998</c:v>
                </c:pt>
                <c:pt idx="259">
                  <c:v>3025.99999999998</c:v>
                </c:pt>
                <c:pt idx="260">
                  <c:v>3026.09999999998</c:v>
                </c:pt>
                <c:pt idx="261">
                  <c:v>3026.19999999998</c:v>
                </c:pt>
                <c:pt idx="262">
                  <c:v>3026.29999999998</c:v>
                </c:pt>
                <c:pt idx="263">
                  <c:v>3026.39999999998</c:v>
                </c:pt>
                <c:pt idx="264">
                  <c:v>3026.49999999998</c:v>
                </c:pt>
                <c:pt idx="265">
                  <c:v>3026.59999999998</c:v>
                </c:pt>
                <c:pt idx="266">
                  <c:v>3026.69999999998</c:v>
                </c:pt>
                <c:pt idx="267">
                  <c:v>3026.79999999998</c:v>
                </c:pt>
                <c:pt idx="268">
                  <c:v>3026.89999999998</c:v>
                </c:pt>
                <c:pt idx="269">
                  <c:v>3026.99999999998</c:v>
                </c:pt>
                <c:pt idx="270">
                  <c:v>3027.09999999998</c:v>
                </c:pt>
                <c:pt idx="271">
                  <c:v>3027.19999999998</c:v>
                </c:pt>
                <c:pt idx="272">
                  <c:v>3027.29999999998</c:v>
                </c:pt>
                <c:pt idx="273">
                  <c:v>3027.39999999998</c:v>
                </c:pt>
                <c:pt idx="274">
                  <c:v>3027.49999999997</c:v>
                </c:pt>
                <c:pt idx="275">
                  <c:v>3027.59999999997</c:v>
                </c:pt>
                <c:pt idx="276">
                  <c:v>3027.69999999997</c:v>
                </c:pt>
                <c:pt idx="277">
                  <c:v>3027.79999999997</c:v>
                </c:pt>
                <c:pt idx="278">
                  <c:v>3027.89999999997</c:v>
                </c:pt>
                <c:pt idx="279">
                  <c:v>3027.99999999997</c:v>
                </c:pt>
                <c:pt idx="280">
                  <c:v>3028.09999999997</c:v>
                </c:pt>
                <c:pt idx="281">
                  <c:v>3028.19999999997</c:v>
                </c:pt>
                <c:pt idx="282">
                  <c:v>3028.29999999997</c:v>
                </c:pt>
                <c:pt idx="283">
                  <c:v>3028.39999999997</c:v>
                </c:pt>
                <c:pt idx="284">
                  <c:v>3028.49999999997</c:v>
                </c:pt>
                <c:pt idx="285">
                  <c:v>3028.59999999997</c:v>
                </c:pt>
                <c:pt idx="286">
                  <c:v>3028.69999999997</c:v>
                </c:pt>
                <c:pt idx="287">
                  <c:v>3028.79999999997</c:v>
                </c:pt>
                <c:pt idx="288">
                  <c:v>3028.89999999997</c:v>
                </c:pt>
                <c:pt idx="289">
                  <c:v>3028.99999999997</c:v>
                </c:pt>
                <c:pt idx="290">
                  <c:v>3029.09999999997</c:v>
                </c:pt>
                <c:pt idx="291">
                  <c:v>3029.19999999997</c:v>
                </c:pt>
                <c:pt idx="292">
                  <c:v>3029.29999999997</c:v>
                </c:pt>
                <c:pt idx="293">
                  <c:v>3029.39999999997</c:v>
                </c:pt>
                <c:pt idx="294">
                  <c:v>3029.49999999997</c:v>
                </c:pt>
                <c:pt idx="295">
                  <c:v>3029.59999999997</c:v>
                </c:pt>
                <c:pt idx="296">
                  <c:v>3029.69999999997</c:v>
                </c:pt>
                <c:pt idx="297">
                  <c:v>3029.79999999997</c:v>
                </c:pt>
                <c:pt idx="298">
                  <c:v>3029.89999999997</c:v>
                </c:pt>
                <c:pt idx="299">
                  <c:v>3029.99999999997</c:v>
                </c:pt>
                <c:pt idx="300">
                  <c:v>3030.09999999997</c:v>
                </c:pt>
                <c:pt idx="301">
                  <c:v>3030.19999999997</c:v>
                </c:pt>
                <c:pt idx="302">
                  <c:v>3030.29999999997</c:v>
                </c:pt>
                <c:pt idx="303">
                  <c:v>3030.39999999997</c:v>
                </c:pt>
                <c:pt idx="304">
                  <c:v>3030.49999999997</c:v>
                </c:pt>
                <c:pt idx="305">
                  <c:v>3030.59999999997</c:v>
                </c:pt>
                <c:pt idx="306">
                  <c:v>3030.69999999997</c:v>
                </c:pt>
                <c:pt idx="307">
                  <c:v>3030.79999999997</c:v>
                </c:pt>
                <c:pt idx="308">
                  <c:v>3030.89999999997</c:v>
                </c:pt>
                <c:pt idx="309">
                  <c:v>3030.99999999997</c:v>
                </c:pt>
                <c:pt idx="310">
                  <c:v>3031.09999999997</c:v>
                </c:pt>
                <c:pt idx="311">
                  <c:v>3031.19999999997</c:v>
                </c:pt>
                <c:pt idx="312">
                  <c:v>3031.29999999997</c:v>
                </c:pt>
                <c:pt idx="313">
                  <c:v>3031.39999999997</c:v>
                </c:pt>
                <c:pt idx="314">
                  <c:v>3031.49999999997</c:v>
                </c:pt>
                <c:pt idx="315">
                  <c:v>3031.59999999997</c:v>
                </c:pt>
                <c:pt idx="316">
                  <c:v>3031.69999999997</c:v>
                </c:pt>
                <c:pt idx="317">
                  <c:v>3031.79999999997</c:v>
                </c:pt>
                <c:pt idx="318">
                  <c:v>3031.89999999997</c:v>
                </c:pt>
                <c:pt idx="319">
                  <c:v>3031.99999999997</c:v>
                </c:pt>
                <c:pt idx="320">
                  <c:v>3032.09999999997</c:v>
                </c:pt>
                <c:pt idx="321">
                  <c:v>3032.19999999997</c:v>
                </c:pt>
                <c:pt idx="322">
                  <c:v>3032.29999999997</c:v>
                </c:pt>
                <c:pt idx="323">
                  <c:v>3032.39999999997</c:v>
                </c:pt>
                <c:pt idx="324">
                  <c:v>3032.49999999997</c:v>
                </c:pt>
                <c:pt idx="325">
                  <c:v>3032.59999999997</c:v>
                </c:pt>
                <c:pt idx="326">
                  <c:v>3032.69999999997</c:v>
                </c:pt>
                <c:pt idx="327">
                  <c:v>3032.79999999997</c:v>
                </c:pt>
                <c:pt idx="328">
                  <c:v>3032.89999999997</c:v>
                </c:pt>
                <c:pt idx="329">
                  <c:v>3032.99999999997</c:v>
                </c:pt>
                <c:pt idx="330">
                  <c:v>3033.09999999997</c:v>
                </c:pt>
                <c:pt idx="331">
                  <c:v>3033.19999999997</c:v>
                </c:pt>
                <c:pt idx="332">
                  <c:v>3033.29999999997</c:v>
                </c:pt>
                <c:pt idx="333">
                  <c:v>3033.39999999997</c:v>
                </c:pt>
                <c:pt idx="334">
                  <c:v>3033.49999999997</c:v>
                </c:pt>
                <c:pt idx="335">
                  <c:v>3033.59999999997</c:v>
                </c:pt>
                <c:pt idx="336">
                  <c:v>3033.69999999997</c:v>
                </c:pt>
                <c:pt idx="337">
                  <c:v>3033.79999999997</c:v>
                </c:pt>
                <c:pt idx="338">
                  <c:v>3033.89999999997</c:v>
                </c:pt>
                <c:pt idx="339">
                  <c:v>3033.99999999997</c:v>
                </c:pt>
                <c:pt idx="340">
                  <c:v>3034.09999999997</c:v>
                </c:pt>
                <c:pt idx="341">
                  <c:v>3034.19999999997</c:v>
                </c:pt>
                <c:pt idx="342">
                  <c:v>3034.29999999997</c:v>
                </c:pt>
                <c:pt idx="343">
                  <c:v>3034.39999999997</c:v>
                </c:pt>
                <c:pt idx="344">
                  <c:v>3034.49999999997</c:v>
                </c:pt>
                <c:pt idx="345">
                  <c:v>3034.59999999997</c:v>
                </c:pt>
                <c:pt idx="346">
                  <c:v>3034.69999999997</c:v>
                </c:pt>
                <c:pt idx="347">
                  <c:v>3034.79999999997</c:v>
                </c:pt>
                <c:pt idx="348">
                  <c:v>3034.89999999997</c:v>
                </c:pt>
                <c:pt idx="349">
                  <c:v>3034.99999999997</c:v>
                </c:pt>
                <c:pt idx="350">
                  <c:v>3035.09999999997</c:v>
                </c:pt>
                <c:pt idx="351">
                  <c:v>3035.19999999997</c:v>
                </c:pt>
                <c:pt idx="352">
                  <c:v>3035.29999999997</c:v>
                </c:pt>
                <c:pt idx="353">
                  <c:v>3035.39999999997</c:v>
                </c:pt>
                <c:pt idx="354">
                  <c:v>3035.49999999997</c:v>
                </c:pt>
                <c:pt idx="355">
                  <c:v>3035.59999999997</c:v>
                </c:pt>
                <c:pt idx="356">
                  <c:v>3035.69999999997</c:v>
                </c:pt>
                <c:pt idx="357">
                  <c:v>3035.79999999997</c:v>
                </c:pt>
                <c:pt idx="358">
                  <c:v>3035.89999999997</c:v>
                </c:pt>
                <c:pt idx="359">
                  <c:v>3035.99999999997</c:v>
                </c:pt>
                <c:pt idx="360">
                  <c:v>3036.09999999997</c:v>
                </c:pt>
                <c:pt idx="361">
                  <c:v>3036.19999999997</c:v>
                </c:pt>
                <c:pt idx="362">
                  <c:v>3036.29999999997</c:v>
                </c:pt>
                <c:pt idx="363">
                  <c:v>3036.39999999997</c:v>
                </c:pt>
                <c:pt idx="364">
                  <c:v>3036.49999999997</c:v>
                </c:pt>
                <c:pt idx="365">
                  <c:v>3036.59999999997</c:v>
                </c:pt>
                <c:pt idx="366">
                  <c:v>3036.69999999997</c:v>
                </c:pt>
                <c:pt idx="367">
                  <c:v>3036.79999999997</c:v>
                </c:pt>
                <c:pt idx="368">
                  <c:v>3036.89999999997</c:v>
                </c:pt>
                <c:pt idx="369">
                  <c:v>3036.99999999997</c:v>
                </c:pt>
                <c:pt idx="370">
                  <c:v>3037.09999999997</c:v>
                </c:pt>
                <c:pt idx="371">
                  <c:v>3037.19999999997</c:v>
                </c:pt>
                <c:pt idx="372">
                  <c:v>3037.29999999997</c:v>
                </c:pt>
                <c:pt idx="373">
                  <c:v>3037.39999999997</c:v>
                </c:pt>
                <c:pt idx="374">
                  <c:v>3037.49999999997</c:v>
                </c:pt>
                <c:pt idx="375">
                  <c:v>3037.59999999997</c:v>
                </c:pt>
                <c:pt idx="376">
                  <c:v>3037.69999999997</c:v>
                </c:pt>
                <c:pt idx="377">
                  <c:v>3037.79999999997</c:v>
                </c:pt>
                <c:pt idx="378">
                  <c:v>3037.89999999997</c:v>
                </c:pt>
                <c:pt idx="379">
                  <c:v>3037.99999999997</c:v>
                </c:pt>
                <c:pt idx="380">
                  <c:v>3038.09999999997</c:v>
                </c:pt>
                <c:pt idx="381">
                  <c:v>3038.19999999997</c:v>
                </c:pt>
                <c:pt idx="382">
                  <c:v>3038.29999999997</c:v>
                </c:pt>
                <c:pt idx="383">
                  <c:v>3038.39999999997</c:v>
                </c:pt>
                <c:pt idx="384">
                  <c:v>3038.49999999996</c:v>
                </c:pt>
                <c:pt idx="385">
                  <c:v>3038.59999999996</c:v>
                </c:pt>
                <c:pt idx="386">
                  <c:v>3038.69999999996</c:v>
                </c:pt>
                <c:pt idx="387">
                  <c:v>3038.79999999996</c:v>
                </c:pt>
                <c:pt idx="388">
                  <c:v>3038.89999999996</c:v>
                </c:pt>
                <c:pt idx="389">
                  <c:v>3038.99999999996</c:v>
                </c:pt>
                <c:pt idx="390">
                  <c:v>3039.09999999996</c:v>
                </c:pt>
                <c:pt idx="391">
                  <c:v>3039.19999999996</c:v>
                </c:pt>
                <c:pt idx="392">
                  <c:v>3039.29999999996</c:v>
                </c:pt>
                <c:pt idx="393">
                  <c:v>3039.39999999996</c:v>
                </c:pt>
                <c:pt idx="394">
                  <c:v>3039.49999999996</c:v>
                </c:pt>
                <c:pt idx="395">
                  <c:v>3039.59999999996</c:v>
                </c:pt>
                <c:pt idx="396">
                  <c:v>3039.69999999996</c:v>
                </c:pt>
                <c:pt idx="397">
                  <c:v>3039.79999999996</c:v>
                </c:pt>
                <c:pt idx="398">
                  <c:v>3039.89999999996</c:v>
                </c:pt>
                <c:pt idx="399">
                  <c:v>3039.99999999996</c:v>
                </c:pt>
                <c:pt idx="400">
                  <c:v>3040.09999999996</c:v>
                </c:pt>
                <c:pt idx="401">
                  <c:v>3040.19999999996</c:v>
                </c:pt>
                <c:pt idx="402">
                  <c:v>3040.29999999996</c:v>
                </c:pt>
                <c:pt idx="403">
                  <c:v>3040.39999999996</c:v>
                </c:pt>
                <c:pt idx="404">
                  <c:v>3040.49999999996</c:v>
                </c:pt>
                <c:pt idx="405">
                  <c:v>3040.59999999996</c:v>
                </c:pt>
                <c:pt idx="406">
                  <c:v>3040.69999999996</c:v>
                </c:pt>
                <c:pt idx="407">
                  <c:v>3040.79999999996</c:v>
                </c:pt>
                <c:pt idx="408">
                  <c:v>3040.89999999996</c:v>
                </c:pt>
                <c:pt idx="409">
                  <c:v>3040.99999999996</c:v>
                </c:pt>
                <c:pt idx="410">
                  <c:v>3041.09999999996</c:v>
                </c:pt>
                <c:pt idx="411">
                  <c:v>3041.19999999996</c:v>
                </c:pt>
                <c:pt idx="412">
                  <c:v>3041.29999999996</c:v>
                </c:pt>
                <c:pt idx="413">
                  <c:v>3041.39999999996</c:v>
                </c:pt>
                <c:pt idx="414">
                  <c:v>3041.49999999996</c:v>
                </c:pt>
                <c:pt idx="415">
                  <c:v>3041.59999999996</c:v>
                </c:pt>
                <c:pt idx="416">
                  <c:v>3041.69999999996</c:v>
                </c:pt>
                <c:pt idx="417">
                  <c:v>3041.79999999996</c:v>
                </c:pt>
                <c:pt idx="418">
                  <c:v>3041.89999999996</c:v>
                </c:pt>
                <c:pt idx="419">
                  <c:v>3041.99999999996</c:v>
                </c:pt>
                <c:pt idx="420">
                  <c:v>3042.09999999996</c:v>
                </c:pt>
                <c:pt idx="421">
                  <c:v>3042.19999999996</c:v>
                </c:pt>
                <c:pt idx="422">
                  <c:v>3042.29999999996</c:v>
                </c:pt>
                <c:pt idx="423">
                  <c:v>3042.39999999996</c:v>
                </c:pt>
                <c:pt idx="424">
                  <c:v>3042.49999999996</c:v>
                </c:pt>
                <c:pt idx="425">
                  <c:v>3042.59999999996</c:v>
                </c:pt>
                <c:pt idx="426">
                  <c:v>3042.69999999996</c:v>
                </c:pt>
                <c:pt idx="427">
                  <c:v>3042.79999999996</c:v>
                </c:pt>
                <c:pt idx="428">
                  <c:v>3042.89999999996</c:v>
                </c:pt>
                <c:pt idx="429">
                  <c:v>3042.99999999996</c:v>
                </c:pt>
                <c:pt idx="430">
                  <c:v>3043.09999999996</c:v>
                </c:pt>
                <c:pt idx="431">
                  <c:v>3043.19999999996</c:v>
                </c:pt>
                <c:pt idx="432">
                  <c:v>3043.29999999996</c:v>
                </c:pt>
                <c:pt idx="433">
                  <c:v>3043.39999999996</c:v>
                </c:pt>
                <c:pt idx="434">
                  <c:v>3043.49999999996</c:v>
                </c:pt>
                <c:pt idx="435">
                  <c:v>3043.59999999996</c:v>
                </c:pt>
                <c:pt idx="436">
                  <c:v>3043.69999999996</c:v>
                </c:pt>
                <c:pt idx="437">
                  <c:v>3043.79999999996</c:v>
                </c:pt>
                <c:pt idx="438">
                  <c:v>3043.89999999996</c:v>
                </c:pt>
                <c:pt idx="439">
                  <c:v>3043.99999999996</c:v>
                </c:pt>
                <c:pt idx="440">
                  <c:v>3044.09999999996</c:v>
                </c:pt>
                <c:pt idx="441">
                  <c:v>3044.19999999996</c:v>
                </c:pt>
                <c:pt idx="442">
                  <c:v>3044.29999999996</c:v>
                </c:pt>
                <c:pt idx="443">
                  <c:v>3044.39999999996</c:v>
                </c:pt>
                <c:pt idx="444">
                  <c:v>3044.49999999996</c:v>
                </c:pt>
                <c:pt idx="445">
                  <c:v>3044.59999999996</c:v>
                </c:pt>
                <c:pt idx="446">
                  <c:v>3044.69999999996</c:v>
                </c:pt>
                <c:pt idx="447">
                  <c:v>3044.79999999996</c:v>
                </c:pt>
                <c:pt idx="448">
                  <c:v>3044.89999999996</c:v>
                </c:pt>
                <c:pt idx="449">
                  <c:v>3044.99999999996</c:v>
                </c:pt>
                <c:pt idx="450">
                  <c:v>3045.09999999996</c:v>
                </c:pt>
                <c:pt idx="451">
                  <c:v>3045.19999999996</c:v>
                </c:pt>
                <c:pt idx="452">
                  <c:v>3045.29999999996</c:v>
                </c:pt>
                <c:pt idx="453">
                  <c:v>3045.39999999996</c:v>
                </c:pt>
                <c:pt idx="454">
                  <c:v>3045.49999999996</c:v>
                </c:pt>
                <c:pt idx="455">
                  <c:v>3045.59999999996</c:v>
                </c:pt>
                <c:pt idx="456">
                  <c:v>3045.69999999996</c:v>
                </c:pt>
                <c:pt idx="457">
                  <c:v>3045.79999999996</c:v>
                </c:pt>
                <c:pt idx="458">
                  <c:v>3045.89999999996</c:v>
                </c:pt>
                <c:pt idx="459">
                  <c:v>3045.99999999996</c:v>
                </c:pt>
                <c:pt idx="460">
                  <c:v>3046.09999999996</c:v>
                </c:pt>
                <c:pt idx="461">
                  <c:v>3046.19999999996</c:v>
                </c:pt>
                <c:pt idx="462">
                  <c:v>3046.29999999996</c:v>
                </c:pt>
                <c:pt idx="463">
                  <c:v>3046.39999999996</c:v>
                </c:pt>
                <c:pt idx="464">
                  <c:v>3046.49999999996</c:v>
                </c:pt>
                <c:pt idx="465">
                  <c:v>3046.59999999996</c:v>
                </c:pt>
                <c:pt idx="466">
                  <c:v>3046.69999999996</c:v>
                </c:pt>
                <c:pt idx="467">
                  <c:v>3046.79999999996</c:v>
                </c:pt>
                <c:pt idx="468">
                  <c:v>3046.89999999996</c:v>
                </c:pt>
                <c:pt idx="469">
                  <c:v>3046.99999999996</c:v>
                </c:pt>
                <c:pt idx="470">
                  <c:v>3047.09999999996</c:v>
                </c:pt>
                <c:pt idx="471">
                  <c:v>3047.19999999996</c:v>
                </c:pt>
                <c:pt idx="472">
                  <c:v>3047.29999999996</c:v>
                </c:pt>
                <c:pt idx="473">
                  <c:v>3047.39999999996</c:v>
                </c:pt>
                <c:pt idx="474">
                  <c:v>3047.49999999996</c:v>
                </c:pt>
                <c:pt idx="475">
                  <c:v>3047.59999999996</c:v>
                </c:pt>
                <c:pt idx="476">
                  <c:v>3047.69999999996</c:v>
                </c:pt>
                <c:pt idx="477">
                  <c:v>3047.79999999996</c:v>
                </c:pt>
                <c:pt idx="478">
                  <c:v>3047.89999999996</c:v>
                </c:pt>
                <c:pt idx="479">
                  <c:v>3047.99999999996</c:v>
                </c:pt>
                <c:pt idx="480">
                  <c:v>3048.09999999996</c:v>
                </c:pt>
                <c:pt idx="481">
                  <c:v>3048.19999999996</c:v>
                </c:pt>
                <c:pt idx="482">
                  <c:v>3048.29999999996</c:v>
                </c:pt>
                <c:pt idx="483">
                  <c:v>3048.39999999996</c:v>
                </c:pt>
                <c:pt idx="484">
                  <c:v>3048.49999999996</c:v>
                </c:pt>
                <c:pt idx="485">
                  <c:v>3048.59999999996</c:v>
                </c:pt>
                <c:pt idx="486">
                  <c:v>3048.69999999996</c:v>
                </c:pt>
                <c:pt idx="487">
                  <c:v>3048.79999999996</c:v>
                </c:pt>
                <c:pt idx="488">
                  <c:v>3048.89999999996</c:v>
                </c:pt>
                <c:pt idx="489">
                  <c:v>3048.99999999996</c:v>
                </c:pt>
                <c:pt idx="490">
                  <c:v>3049.09999999996</c:v>
                </c:pt>
                <c:pt idx="491">
                  <c:v>3049.19999999996</c:v>
                </c:pt>
                <c:pt idx="492">
                  <c:v>3049.29999999996</c:v>
                </c:pt>
                <c:pt idx="493">
                  <c:v>3049.39999999996</c:v>
                </c:pt>
                <c:pt idx="494">
                  <c:v>3049.49999999995</c:v>
                </c:pt>
                <c:pt idx="495">
                  <c:v>3049.59999999995</c:v>
                </c:pt>
                <c:pt idx="496">
                  <c:v>3049.69999999995</c:v>
                </c:pt>
                <c:pt idx="497">
                  <c:v>3049.79999999995</c:v>
                </c:pt>
                <c:pt idx="498">
                  <c:v>3049.89999999995</c:v>
                </c:pt>
                <c:pt idx="499">
                  <c:v>3049.99999999995</c:v>
                </c:pt>
                <c:pt idx="500">
                  <c:v>3050.09999999995</c:v>
                </c:pt>
                <c:pt idx="501">
                  <c:v>3050.19999999995</c:v>
                </c:pt>
                <c:pt idx="502">
                  <c:v>3050.29999999995</c:v>
                </c:pt>
                <c:pt idx="503">
                  <c:v>3050.39999999995</c:v>
                </c:pt>
                <c:pt idx="504">
                  <c:v>3050.49999999995</c:v>
                </c:pt>
                <c:pt idx="505">
                  <c:v>3050.59999999995</c:v>
                </c:pt>
                <c:pt idx="506">
                  <c:v>3050.69999999995</c:v>
                </c:pt>
                <c:pt idx="507">
                  <c:v>3050.79999999995</c:v>
                </c:pt>
                <c:pt idx="508">
                  <c:v>3050.89999999995</c:v>
                </c:pt>
                <c:pt idx="509">
                  <c:v>3050.99999999995</c:v>
                </c:pt>
                <c:pt idx="510">
                  <c:v>3051.09999999995</c:v>
                </c:pt>
                <c:pt idx="511">
                  <c:v>3051.19999999995</c:v>
                </c:pt>
                <c:pt idx="512">
                  <c:v>3051.29999999995</c:v>
                </c:pt>
                <c:pt idx="513">
                  <c:v>3051.39999999995</c:v>
                </c:pt>
                <c:pt idx="514">
                  <c:v>3051.49999999995</c:v>
                </c:pt>
                <c:pt idx="515">
                  <c:v>3051.59999999995</c:v>
                </c:pt>
                <c:pt idx="516">
                  <c:v>3051.69999999995</c:v>
                </c:pt>
                <c:pt idx="517">
                  <c:v>3051.79999999995</c:v>
                </c:pt>
                <c:pt idx="518">
                  <c:v>3051.89999999995</c:v>
                </c:pt>
                <c:pt idx="519">
                  <c:v>3051.99999999995</c:v>
                </c:pt>
                <c:pt idx="520">
                  <c:v>3052.09999999995</c:v>
                </c:pt>
                <c:pt idx="521">
                  <c:v>3052.19999999995</c:v>
                </c:pt>
                <c:pt idx="522">
                  <c:v>3052.29999999995</c:v>
                </c:pt>
                <c:pt idx="523">
                  <c:v>3052.39999999995</c:v>
                </c:pt>
                <c:pt idx="524">
                  <c:v>3052.49999999995</c:v>
                </c:pt>
                <c:pt idx="525">
                  <c:v>3052.59999999995</c:v>
                </c:pt>
                <c:pt idx="526">
                  <c:v>3052.69999999995</c:v>
                </c:pt>
                <c:pt idx="527">
                  <c:v>3052.79999999995</c:v>
                </c:pt>
                <c:pt idx="528">
                  <c:v>3052.89999999995</c:v>
                </c:pt>
                <c:pt idx="529">
                  <c:v>3052.99999999995</c:v>
                </c:pt>
                <c:pt idx="530">
                  <c:v>3053.09999999995</c:v>
                </c:pt>
                <c:pt idx="531">
                  <c:v>3053.19999999995</c:v>
                </c:pt>
                <c:pt idx="532">
                  <c:v>3053.29999999995</c:v>
                </c:pt>
                <c:pt idx="533">
                  <c:v>3053.39999999995</c:v>
                </c:pt>
                <c:pt idx="534">
                  <c:v>3053.49999999995</c:v>
                </c:pt>
                <c:pt idx="535">
                  <c:v>3053.59999999995</c:v>
                </c:pt>
                <c:pt idx="536">
                  <c:v>3053.69999999995</c:v>
                </c:pt>
                <c:pt idx="537">
                  <c:v>3053.79999999995</c:v>
                </c:pt>
                <c:pt idx="538">
                  <c:v>3053.89999999995</c:v>
                </c:pt>
                <c:pt idx="539">
                  <c:v>3053.99999999995</c:v>
                </c:pt>
                <c:pt idx="540">
                  <c:v>3054.09999999995</c:v>
                </c:pt>
                <c:pt idx="541">
                  <c:v>3054.19999999995</c:v>
                </c:pt>
                <c:pt idx="542">
                  <c:v>3054.29999999995</c:v>
                </c:pt>
                <c:pt idx="543">
                  <c:v>3054.39999999995</c:v>
                </c:pt>
                <c:pt idx="544">
                  <c:v>3054.49999999995</c:v>
                </c:pt>
                <c:pt idx="545">
                  <c:v>3054.59999999995</c:v>
                </c:pt>
                <c:pt idx="546">
                  <c:v>3054.69999999995</c:v>
                </c:pt>
                <c:pt idx="547">
                  <c:v>3054.79999999995</c:v>
                </c:pt>
                <c:pt idx="548">
                  <c:v>3054.89999999995</c:v>
                </c:pt>
                <c:pt idx="549">
                  <c:v>3054.99999999995</c:v>
                </c:pt>
                <c:pt idx="550">
                  <c:v>3055.09999999995</c:v>
                </c:pt>
                <c:pt idx="551">
                  <c:v>3055.19999999995</c:v>
                </c:pt>
                <c:pt idx="552">
                  <c:v>3055.29999999995</c:v>
                </c:pt>
                <c:pt idx="553">
                  <c:v>3055.39999999995</c:v>
                </c:pt>
                <c:pt idx="554">
                  <c:v>3055.49999999995</c:v>
                </c:pt>
                <c:pt idx="555">
                  <c:v>3055.59999999995</c:v>
                </c:pt>
                <c:pt idx="556">
                  <c:v>3055.69999999995</c:v>
                </c:pt>
                <c:pt idx="557">
                  <c:v>3055.79999999995</c:v>
                </c:pt>
                <c:pt idx="558">
                  <c:v>3055.89999999995</c:v>
                </c:pt>
                <c:pt idx="559">
                  <c:v>3055.99999999995</c:v>
                </c:pt>
                <c:pt idx="560">
                  <c:v>3056.09999999995</c:v>
                </c:pt>
                <c:pt idx="561">
                  <c:v>3056.19999999995</c:v>
                </c:pt>
                <c:pt idx="562">
                  <c:v>3056.29999999995</c:v>
                </c:pt>
                <c:pt idx="563">
                  <c:v>3056.39999999995</c:v>
                </c:pt>
                <c:pt idx="564">
                  <c:v>3056.49999999995</c:v>
                </c:pt>
                <c:pt idx="565">
                  <c:v>3056.59999999995</c:v>
                </c:pt>
                <c:pt idx="566">
                  <c:v>3056.69999999995</c:v>
                </c:pt>
                <c:pt idx="567">
                  <c:v>3056.79999999995</c:v>
                </c:pt>
                <c:pt idx="568">
                  <c:v>3056.89999999995</c:v>
                </c:pt>
                <c:pt idx="569">
                  <c:v>3056.99999999995</c:v>
                </c:pt>
                <c:pt idx="570">
                  <c:v>3057.09999999995</c:v>
                </c:pt>
                <c:pt idx="571">
                  <c:v>3057.19999999995</c:v>
                </c:pt>
                <c:pt idx="572">
                  <c:v>3057.29999999995</c:v>
                </c:pt>
                <c:pt idx="573">
                  <c:v>3057.39999999995</c:v>
                </c:pt>
                <c:pt idx="574">
                  <c:v>3057.49999999995</c:v>
                </c:pt>
                <c:pt idx="575">
                  <c:v>3057.59999999995</c:v>
                </c:pt>
                <c:pt idx="576">
                  <c:v>3057.69999999995</c:v>
                </c:pt>
                <c:pt idx="577">
                  <c:v>3057.79999999995</c:v>
                </c:pt>
                <c:pt idx="578">
                  <c:v>3057.89999999995</c:v>
                </c:pt>
                <c:pt idx="579">
                  <c:v>3057.99999999995</c:v>
                </c:pt>
                <c:pt idx="580">
                  <c:v>3058.09999999995</c:v>
                </c:pt>
                <c:pt idx="581">
                  <c:v>3058.19999999995</c:v>
                </c:pt>
                <c:pt idx="582">
                  <c:v>3058.29999999995</c:v>
                </c:pt>
                <c:pt idx="583">
                  <c:v>3058.39999999995</c:v>
                </c:pt>
                <c:pt idx="584">
                  <c:v>3058.49999999995</c:v>
                </c:pt>
                <c:pt idx="585">
                  <c:v>3058.59999999995</c:v>
                </c:pt>
                <c:pt idx="586">
                  <c:v>3058.69999999995</c:v>
                </c:pt>
                <c:pt idx="587">
                  <c:v>3058.79999999995</c:v>
                </c:pt>
                <c:pt idx="588">
                  <c:v>3058.89999999995</c:v>
                </c:pt>
                <c:pt idx="589">
                  <c:v>3058.99999999995</c:v>
                </c:pt>
                <c:pt idx="590">
                  <c:v>3059.09999999995</c:v>
                </c:pt>
                <c:pt idx="591">
                  <c:v>3059.19999999995</c:v>
                </c:pt>
                <c:pt idx="592">
                  <c:v>3059.29999999995</c:v>
                </c:pt>
                <c:pt idx="593">
                  <c:v>3059.39999999995</c:v>
                </c:pt>
                <c:pt idx="594">
                  <c:v>3059.49999999995</c:v>
                </c:pt>
                <c:pt idx="595">
                  <c:v>3059.59999999995</c:v>
                </c:pt>
                <c:pt idx="596">
                  <c:v>3059.69999999995</c:v>
                </c:pt>
                <c:pt idx="597">
                  <c:v>3059.79999999995</c:v>
                </c:pt>
                <c:pt idx="598">
                  <c:v>3059.89999999995</c:v>
                </c:pt>
                <c:pt idx="599">
                  <c:v>3059.99999999995</c:v>
                </c:pt>
                <c:pt idx="600">
                  <c:v>3060.09999999995</c:v>
                </c:pt>
                <c:pt idx="601">
                  <c:v>3060.19999999995</c:v>
                </c:pt>
                <c:pt idx="602">
                  <c:v>3060.29999999995</c:v>
                </c:pt>
                <c:pt idx="603">
                  <c:v>3060.39999999995</c:v>
                </c:pt>
                <c:pt idx="604">
                  <c:v>3060.49999999994</c:v>
                </c:pt>
                <c:pt idx="605">
                  <c:v>3060.59999999994</c:v>
                </c:pt>
                <c:pt idx="606">
                  <c:v>3060.69999999994</c:v>
                </c:pt>
                <c:pt idx="607">
                  <c:v>3060.79999999994</c:v>
                </c:pt>
                <c:pt idx="608">
                  <c:v>3060.89999999994</c:v>
                </c:pt>
                <c:pt idx="609">
                  <c:v>3060.99999999994</c:v>
                </c:pt>
                <c:pt idx="610">
                  <c:v>3061.09999999994</c:v>
                </c:pt>
                <c:pt idx="611">
                  <c:v>3061.19999999994</c:v>
                </c:pt>
                <c:pt idx="612">
                  <c:v>3061.29999999994</c:v>
                </c:pt>
                <c:pt idx="613">
                  <c:v>3061.39999999994</c:v>
                </c:pt>
                <c:pt idx="614">
                  <c:v>3061.49999999994</c:v>
                </c:pt>
                <c:pt idx="615">
                  <c:v>3061.59999999994</c:v>
                </c:pt>
                <c:pt idx="616">
                  <c:v>3061.69999999994</c:v>
                </c:pt>
                <c:pt idx="617">
                  <c:v>3061.79999999994</c:v>
                </c:pt>
                <c:pt idx="618">
                  <c:v>3061.89999999994</c:v>
                </c:pt>
                <c:pt idx="619">
                  <c:v>3061.99999999994</c:v>
                </c:pt>
                <c:pt idx="620">
                  <c:v>3062.09999999994</c:v>
                </c:pt>
                <c:pt idx="621">
                  <c:v>3062.19999999994</c:v>
                </c:pt>
                <c:pt idx="622">
                  <c:v>3062.29999999994</c:v>
                </c:pt>
                <c:pt idx="623">
                  <c:v>3062.39999999994</c:v>
                </c:pt>
                <c:pt idx="624">
                  <c:v>3062.49999999994</c:v>
                </c:pt>
                <c:pt idx="625">
                  <c:v>3062.59999999994</c:v>
                </c:pt>
                <c:pt idx="626">
                  <c:v>3062.69999999994</c:v>
                </c:pt>
                <c:pt idx="627">
                  <c:v>3062.79999999994</c:v>
                </c:pt>
                <c:pt idx="628">
                  <c:v>3062.89999999994</c:v>
                </c:pt>
                <c:pt idx="629">
                  <c:v>3062.99999999994</c:v>
                </c:pt>
                <c:pt idx="630">
                  <c:v>3063.09999999994</c:v>
                </c:pt>
                <c:pt idx="631">
                  <c:v>3063.19999999994</c:v>
                </c:pt>
                <c:pt idx="632">
                  <c:v>3063.29999999994</c:v>
                </c:pt>
                <c:pt idx="633">
                  <c:v>3063.39999999994</c:v>
                </c:pt>
                <c:pt idx="634">
                  <c:v>3063.49999999994</c:v>
                </c:pt>
                <c:pt idx="635">
                  <c:v>3063.59999999994</c:v>
                </c:pt>
                <c:pt idx="636">
                  <c:v>3063.69999999994</c:v>
                </c:pt>
                <c:pt idx="637">
                  <c:v>3063.79999999994</c:v>
                </c:pt>
                <c:pt idx="638">
                  <c:v>3063.89999999994</c:v>
                </c:pt>
                <c:pt idx="639">
                  <c:v>3063.99999999994</c:v>
                </c:pt>
                <c:pt idx="640">
                  <c:v>3064.09999999994</c:v>
                </c:pt>
                <c:pt idx="641">
                  <c:v>3064.19999999994</c:v>
                </c:pt>
                <c:pt idx="642">
                  <c:v>3064.29999999994</c:v>
                </c:pt>
                <c:pt idx="643">
                  <c:v>3064.39999999994</c:v>
                </c:pt>
                <c:pt idx="644">
                  <c:v>3064.49999999994</c:v>
                </c:pt>
                <c:pt idx="645">
                  <c:v>3064.59999999994</c:v>
                </c:pt>
                <c:pt idx="646">
                  <c:v>3064.69999999994</c:v>
                </c:pt>
                <c:pt idx="647">
                  <c:v>3064.79999999994</c:v>
                </c:pt>
                <c:pt idx="648">
                  <c:v>3064.89999999994</c:v>
                </c:pt>
                <c:pt idx="649">
                  <c:v>3064.99999999994</c:v>
                </c:pt>
                <c:pt idx="650">
                  <c:v>3065.09999999994</c:v>
                </c:pt>
                <c:pt idx="651">
                  <c:v>3065.19999999994</c:v>
                </c:pt>
                <c:pt idx="652">
                  <c:v>3065.29999999994</c:v>
                </c:pt>
                <c:pt idx="653">
                  <c:v>3065.39999999994</c:v>
                </c:pt>
                <c:pt idx="654">
                  <c:v>3065.49999999994</c:v>
                </c:pt>
                <c:pt idx="655">
                  <c:v>3065.59999999994</c:v>
                </c:pt>
                <c:pt idx="656">
                  <c:v>3065.69999999994</c:v>
                </c:pt>
                <c:pt idx="657">
                  <c:v>3065.79999999994</c:v>
                </c:pt>
                <c:pt idx="658">
                  <c:v>3065.89999999994</c:v>
                </c:pt>
                <c:pt idx="659">
                  <c:v>3065.99999999994</c:v>
                </c:pt>
                <c:pt idx="660">
                  <c:v>3066.09999999994</c:v>
                </c:pt>
                <c:pt idx="661">
                  <c:v>3066.19999999994</c:v>
                </c:pt>
                <c:pt idx="662">
                  <c:v>3066.29999999994</c:v>
                </c:pt>
                <c:pt idx="663">
                  <c:v>3066.39999999994</c:v>
                </c:pt>
                <c:pt idx="664">
                  <c:v>3066.49999999994</c:v>
                </c:pt>
                <c:pt idx="665">
                  <c:v>3066.59999999994</c:v>
                </c:pt>
                <c:pt idx="666">
                  <c:v>3066.69999999994</c:v>
                </c:pt>
                <c:pt idx="667">
                  <c:v>3066.79999999994</c:v>
                </c:pt>
                <c:pt idx="668">
                  <c:v>3066.89999999994</c:v>
                </c:pt>
                <c:pt idx="669">
                  <c:v>3066.99999999994</c:v>
                </c:pt>
                <c:pt idx="670">
                  <c:v>3067.09999999994</c:v>
                </c:pt>
                <c:pt idx="671">
                  <c:v>3067.19999999994</c:v>
                </c:pt>
                <c:pt idx="672">
                  <c:v>3067.29999999994</c:v>
                </c:pt>
                <c:pt idx="673">
                  <c:v>3067.39999999994</c:v>
                </c:pt>
                <c:pt idx="674">
                  <c:v>3067.49999999994</c:v>
                </c:pt>
                <c:pt idx="675">
                  <c:v>3067.59999999994</c:v>
                </c:pt>
                <c:pt idx="676">
                  <c:v>3067.69999999994</c:v>
                </c:pt>
                <c:pt idx="677">
                  <c:v>3067.79999999994</c:v>
                </c:pt>
                <c:pt idx="678">
                  <c:v>3067.89999999994</c:v>
                </c:pt>
                <c:pt idx="679">
                  <c:v>3067.99999999994</c:v>
                </c:pt>
                <c:pt idx="680">
                  <c:v>3068.09999999994</c:v>
                </c:pt>
                <c:pt idx="681">
                  <c:v>3068.19999999994</c:v>
                </c:pt>
                <c:pt idx="682">
                  <c:v>3068.29999999994</c:v>
                </c:pt>
                <c:pt idx="683">
                  <c:v>3068.39999999994</c:v>
                </c:pt>
                <c:pt idx="684">
                  <c:v>3068.49999999994</c:v>
                </c:pt>
                <c:pt idx="685">
                  <c:v>3068.59999999994</c:v>
                </c:pt>
                <c:pt idx="686">
                  <c:v>3068.69999999994</c:v>
                </c:pt>
                <c:pt idx="687">
                  <c:v>3068.79999999994</c:v>
                </c:pt>
                <c:pt idx="688">
                  <c:v>3068.89999999994</c:v>
                </c:pt>
                <c:pt idx="689">
                  <c:v>3068.99999999994</c:v>
                </c:pt>
                <c:pt idx="690">
                  <c:v>3069.09999999994</c:v>
                </c:pt>
                <c:pt idx="691">
                  <c:v>3069.19999999994</c:v>
                </c:pt>
                <c:pt idx="692">
                  <c:v>3069.29999999994</c:v>
                </c:pt>
                <c:pt idx="693">
                  <c:v>3069.39999999994</c:v>
                </c:pt>
                <c:pt idx="694">
                  <c:v>3069.49999999994</c:v>
                </c:pt>
                <c:pt idx="695">
                  <c:v>3069.59999999994</c:v>
                </c:pt>
                <c:pt idx="696">
                  <c:v>3069.69999999994</c:v>
                </c:pt>
                <c:pt idx="697">
                  <c:v>3069.79999999994</c:v>
                </c:pt>
                <c:pt idx="698">
                  <c:v>3069.89999999994</c:v>
                </c:pt>
                <c:pt idx="699">
                  <c:v>3069.99999999994</c:v>
                </c:pt>
                <c:pt idx="700">
                  <c:v>3070.09999999994</c:v>
                </c:pt>
                <c:pt idx="701">
                  <c:v>3070.19999999994</c:v>
                </c:pt>
                <c:pt idx="702">
                  <c:v>3070.29999999994</c:v>
                </c:pt>
                <c:pt idx="703">
                  <c:v>3070.39999999994</c:v>
                </c:pt>
                <c:pt idx="704">
                  <c:v>3070.49999999994</c:v>
                </c:pt>
                <c:pt idx="705">
                  <c:v>3070.59999999994</c:v>
                </c:pt>
                <c:pt idx="706">
                  <c:v>3070.69999999994</c:v>
                </c:pt>
                <c:pt idx="707">
                  <c:v>3070.79999999994</c:v>
                </c:pt>
                <c:pt idx="708">
                  <c:v>3070.89999999994</c:v>
                </c:pt>
                <c:pt idx="709">
                  <c:v>3070.99999999994</c:v>
                </c:pt>
                <c:pt idx="710">
                  <c:v>3071.09999999994</c:v>
                </c:pt>
                <c:pt idx="711">
                  <c:v>3071.19999999994</c:v>
                </c:pt>
                <c:pt idx="712">
                  <c:v>3071.29999999994</c:v>
                </c:pt>
                <c:pt idx="713">
                  <c:v>3071.39999999994</c:v>
                </c:pt>
                <c:pt idx="714">
                  <c:v>3071.49999999993</c:v>
                </c:pt>
                <c:pt idx="715">
                  <c:v>3071.59999999993</c:v>
                </c:pt>
                <c:pt idx="716">
                  <c:v>3071.69999999993</c:v>
                </c:pt>
                <c:pt idx="717">
                  <c:v>3071.79999999993</c:v>
                </c:pt>
                <c:pt idx="718">
                  <c:v>3071.89999999993</c:v>
                </c:pt>
                <c:pt idx="719">
                  <c:v>3071.99999999993</c:v>
                </c:pt>
                <c:pt idx="720">
                  <c:v>3072.09999999993</c:v>
                </c:pt>
                <c:pt idx="721">
                  <c:v>3072.19999999993</c:v>
                </c:pt>
                <c:pt idx="722">
                  <c:v>3072.29999999993</c:v>
                </c:pt>
                <c:pt idx="723">
                  <c:v>3072.39999999993</c:v>
                </c:pt>
                <c:pt idx="724">
                  <c:v>3072.49999999993</c:v>
                </c:pt>
                <c:pt idx="725">
                  <c:v>3072.59999999993</c:v>
                </c:pt>
                <c:pt idx="726">
                  <c:v>3072.69999999993</c:v>
                </c:pt>
                <c:pt idx="727">
                  <c:v>3072.79999999993</c:v>
                </c:pt>
                <c:pt idx="728">
                  <c:v>3072.89999999993</c:v>
                </c:pt>
                <c:pt idx="729">
                  <c:v>3072.99999999993</c:v>
                </c:pt>
                <c:pt idx="730">
                  <c:v>3073.09999999993</c:v>
                </c:pt>
                <c:pt idx="731">
                  <c:v>3073.19999999993</c:v>
                </c:pt>
                <c:pt idx="732">
                  <c:v>3073.29999999993</c:v>
                </c:pt>
                <c:pt idx="733">
                  <c:v>3073.39999999993</c:v>
                </c:pt>
                <c:pt idx="734">
                  <c:v>3073.49999999993</c:v>
                </c:pt>
                <c:pt idx="735">
                  <c:v>3073.59999999993</c:v>
                </c:pt>
                <c:pt idx="736">
                  <c:v>3073.69999999993</c:v>
                </c:pt>
                <c:pt idx="737">
                  <c:v>3073.79999999993</c:v>
                </c:pt>
                <c:pt idx="738">
                  <c:v>3073.89999999993</c:v>
                </c:pt>
                <c:pt idx="739">
                  <c:v>3073.99999999993</c:v>
                </c:pt>
                <c:pt idx="740">
                  <c:v>3074.09999999993</c:v>
                </c:pt>
                <c:pt idx="741">
                  <c:v>3074.19999999993</c:v>
                </c:pt>
                <c:pt idx="742">
                  <c:v>3074.29999999993</c:v>
                </c:pt>
                <c:pt idx="743">
                  <c:v>3074.39999999993</c:v>
                </c:pt>
                <c:pt idx="744">
                  <c:v>3074.49999999993</c:v>
                </c:pt>
                <c:pt idx="745">
                  <c:v>3074.59999999993</c:v>
                </c:pt>
                <c:pt idx="746">
                  <c:v>3074.69999999993</c:v>
                </c:pt>
                <c:pt idx="747">
                  <c:v>3074.79999999993</c:v>
                </c:pt>
                <c:pt idx="748">
                  <c:v>3074.89999999993</c:v>
                </c:pt>
                <c:pt idx="749">
                  <c:v>3074.99999999993</c:v>
                </c:pt>
                <c:pt idx="750">
                  <c:v>3075.09999999993</c:v>
                </c:pt>
                <c:pt idx="751">
                  <c:v>3075.19999999993</c:v>
                </c:pt>
                <c:pt idx="752">
                  <c:v>3075.29999999993</c:v>
                </c:pt>
                <c:pt idx="753">
                  <c:v>3075.39999999993</c:v>
                </c:pt>
                <c:pt idx="754">
                  <c:v>3075.49999999993</c:v>
                </c:pt>
                <c:pt idx="755">
                  <c:v>3075.59999999993</c:v>
                </c:pt>
                <c:pt idx="756">
                  <c:v>3075.69999999993</c:v>
                </c:pt>
                <c:pt idx="757">
                  <c:v>3075.79999999993</c:v>
                </c:pt>
                <c:pt idx="758">
                  <c:v>3075.89999999993</c:v>
                </c:pt>
                <c:pt idx="759">
                  <c:v>3075.99999999993</c:v>
                </c:pt>
                <c:pt idx="760">
                  <c:v>3076.09999999993</c:v>
                </c:pt>
                <c:pt idx="761">
                  <c:v>3076.19999999993</c:v>
                </c:pt>
                <c:pt idx="762">
                  <c:v>3076.29999999993</c:v>
                </c:pt>
                <c:pt idx="763">
                  <c:v>3076.39999999993</c:v>
                </c:pt>
                <c:pt idx="764">
                  <c:v>3076.49999999993</c:v>
                </c:pt>
                <c:pt idx="765">
                  <c:v>3076.59999999993</c:v>
                </c:pt>
                <c:pt idx="766">
                  <c:v>3076.69999999993</c:v>
                </c:pt>
                <c:pt idx="767">
                  <c:v>3076.79999999993</c:v>
                </c:pt>
                <c:pt idx="768">
                  <c:v>3076.89999999993</c:v>
                </c:pt>
                <c:pt idx="769">
                  <c:v>3076.99999999993</c:v>
                </c:pt>
                <c:pt idx="770">
                  <c:v>3077.09999999993</c:v>
                </c:pt>
                <c:pt idx="771">
                  <c:v>3077.19999999993</c:v>
                </c:pt>
                <c:pt idx="772">
                  <c:v>3077.29999999993</c:v>
                </c:pt>
                <c:pt idx="773">
                  <c:v>3077.39999999993</c:v>
                </c:pt>
                <c:pt idx="774">
                  <c:v>3077.49999999993</c:v>
                </c:pt>
                <c:pt idx="775">
                  <c:v>3077.59999999993</c:v>
                </c:pt>
                <c:pt idx="776">
                  <c:v>3077.69999999993</c:v>
                </c:pt>
                <c:pt idx="777">
                  <c:v>3077.79999999993</c:v>
                </c:pt>
                <c:pt idx="778">
                  <c:v>3077.89999999993</c:v>
                </c:pt>
                <c:pt idx="779">
                  <c:v>3077.99999999993</c:v>
                </c:pt>
                <c:pt idx="780">
                  <c:v>3078.09999999993</c:v>
                </c:pt>
                <c:pt idx="781">
                  <c:v>3078.19999999993</c:v>
                </c:pt>
                <c:pt idx="782">
                  <c:v>3078.29999999993</c:v>
                </c:pt>
                <c:pt idx="783">
                  <c:v>3078.39999999993</c:v>
                </c:pt>
                <c:pt idx="784">
                  <c:v>3078.49999999993</c:v>
                </c:pt>
                <c:pt idx="785">
                  <c:v>3078.59999999993</c:v>
                </c:pt>
                <c:pt idx="786">
                  <c:v>3078.69999999993</c:v>
                </c:pt>
                <c:pt idx="787">
                  <c:v>3078.79999999993</c:v>
                </c:pt>
                <c:pt idx="788">
                  <c:v>3078.89999999993</c:v>
                </c:pt>
                <c:pt idx="789">
                  <c:v>3078.99999999993</c:v>
                </c:pt>
                <c:pt idx="790">
                  <c:v>3079.09999999993</c:v>
                </c:pt>
                <c:pt idx="791">
                  <c:v>3079.19999999993</c:v>
                </c:pt>
                <c:pt idx="792">
                  <c:v>3079.29999999993</c:v>
                </c:pt>
                <c:pt idx="793">
                  <c:v>3079.39999999993</c:v>
                </c:pt>
                <c:pt idx="794">
                  <c:v>3079.49999999993</c:v>
                </c:pt>
                <c:pt idx="795">
                  <c:v>3079.59999999993</c:v>
                </c:pt>
                <c:pt idx="796">
                  <c:v>3079.69999999993</c:v>
                </c:pt>
                <c:pt idx="797">
                  <c:v>3079.79999999993</c:v>
                </c:pt>
                <c:pt idx="798">
                  <c:v>3079.89999999993</c:v>
                </c:pt>
                <c:pt idx="799">
                  <c:v>3079.99999999993</c:v>
                </c:pt>
                <c:pt idx="800">
                  <c:v>3080.09999999993</c:v>
                </c:pt>
                <c:pt idx="801">
                  <c:v>3080.19999999993</c:v>
                </c:pt>
                <c:pt idx="802">
                  <c:v>3080.29999999993</c:v>
                </c:pt>
                <c:pt idx="803">
                  <c:v>3080.39999999993</c:v>
                </c:pt>
                <c:pt idx="804">
                  <c:v>3080.49999999993</c:v>
                </c:pt>
                <c:pt idx="805">
                  <c:v>3080.59999999993</c:v>
                </c:pt>
                <c:pt idx="806">
                  <c:v>3080.69999999993</c:v>
                </c:pt>
                <c:pt idx="807">
                  <c:v>3080.79999999993</c:v>
                </c:pt>
                <c:pt idx="808">
                  <c:v>3080.89999999993</c:v>
                </c:pt>
                <c:pt idx="809">
                  <c:v>3080.99999999993</c:v>
                </c:pt>
                <c:pt idx="810">
                  <c:v>3081.09999999993</c:v>
                </c:pt>
                <c:pt idx="811">
                  <c:v>3081.19999999993</c:v>
                </c:pt>
                <c:pt idx="812">
                  <c:v>3081.29999999993</c:v>
                </c:pt>
                <c:pt idx="813">
                  <c:v>3081.39999999993</c:v>
                </c:pt>
                <c:pt idx="814">
                  <c:v>3081.49999999993</c:v>
                </c:pt>
                <c:pt idx="815">
                  <c:v>3081.59999999993</c:v>
                </c:pt>
                <c:pt idx="816">
                  <c:v>3081.69999999993</c:v>
                </c:pt>
                <c:pt idx="817">
                  <c:v>3081.79999999993</c:v>
                </c:pt>
                <c:pt idx="818">
                  <c:v>3081.89999999993</c:v>
                </c:pt>
                <c:pt idx="819">
                  <c:v>3081.99999999993</c:v>
                </c:pt>
                <c:pt idx="820">
                  <c:v>3082.09999999993</c:v>
                </c:pt>
                <c:pt idx="821">
                  <c:v>3082.19999999993</c:v>
                </c:pt>
                <c:pt idx="822">
                  <c:v>3082.29999999993</c:v>
                </c:pt>
                <c:pt idx="823">
                  <c:v>3082.39999999993</c:v>
                </c:pt>
                <c:pt idx="824">
                  <c:v>3082.49999999992</c:v>
                </c:pt>
                <c:pt idx="825">
                  <c:v>3082.59999999992</c:v>
                </c:pt>
                <c:pt idx="826">
                  <c:v>3082.69999999992</c:v>
                </c:pt>
                <c:pt idx="827">
                  <c:v>3082.79999999992</c:v>
                </c:pt>
                <c:pt idx="828">
                  <c:v>3082.89999999992</c:v>
                </c:pt>
                <c:pt idx="829">
                  <c:v>3082.99999999992</c:v>
                </c:pt>
                <c:pt idx="830">
                  <c:v>3083.09999999992</c:v>
                </c:pt>
                <c:pt idx="831">
                  <c:v>3083.19999999992</c:v>
                </c:pt>
                <c:pt idx="832">
                  <c:v>3083.29999999992</c:v>
                </c:pt>
                <c:pt idx="833">
                  <c:v>3083.39999999992</c:v>
                </c:pt>
                <c:pt idx="834">
                  <c:v>3083.49999999992</c:v>
                </c:pt>
                <c:pt idx="835">
                  <c:v>3083.59999999992</c:v>
                </c:pt>
                <c:pt idx="836">
                  <c:v>3083.69999999992</c:v>
                </c:pt>
                <c:pt idx="837">
                  <c:v>3083.79999999992</c:v>
                </c:pt>
                <c:pt idx="838">
                  <c:v>3083.89999999992</c:v>
                </c:pt>
                <c:pt idx="839">
                  <c:v>3083.99999999992</c:v>
                </c:pt>
                <c:pt idx="840">
                  <c:v>3084.09999999992</c:v>
                </c:pt>
                <c:pt idx="841">
                  <c:v>3084.19999999992</c:v>
                </c:pt>
                <c:pt idx="842">
                  <c:v>3084.29999999992</c:v>
                </c:pt>
                <c:pt idx="843">
                  <c:v>3084.39999999992</c:v>
                </c:pt>
                <c:pt idx="844">
                  <c:v>3084.49999999992</c:v>
                </c:pt>
                <c:pt idx="845">
                  <c:v>3084.59999999992</c:v>
                </c:pt>
                <c:pt idx="846">
                  <c:v>3084.69999999992</c:v>
                </c:pt>
                <c:pt idx="847">
                  <c:v>3084.79999999992</c:v>
                </c:pt>
                <c:pt idx="848">
                  <c:v>3084.89999999992</c:v>
                </c:pt>
                <c:pt idx="849">
                  <c:v>3084.99999999992</c:v>
                </c:pt>
                <c:pt idx="850">
                  <c:v>3085.09999999992</c:v>
                </c:pt>
                <c:pt idx="851">
                  <c:v>3085.19999999992</c:v>
                </c:pt>
                <c:pt idx="852">
                  <c:v>3085.29999999992</c:v>
                </c:pt>
                <c:pt idx="853">
                  <c:v>3085.39999999992</c:v>
                </c:pt>
                <c:pt idx="854">
                  <c:v>3085.49999999992</c:v>
                </c:pt>
                <c:pt idx="855">
                  <c:v>3085.59999999992</c:v>
                </c:pt>
                <c:pt idx="856">
                  <c:v>3085.69999999992</c:v>
                </c:pt>
                <c:pt idx="857">
                  <c:v>3085.79999999992</c:v>
                </c:pt>
                <c:pt idx="858">
                  <c:v>3085.89999999992</c:v>
                </c:pt>
                <c:pt idx="859">
                  <c:v>3085.99999999992</c:v>
                </c:pt>
                <c:pt idx="860">
                  <c:v>3086.09999999992</c:v>
                </c:pt>
                <c:pt idx="861">
                  <c:v>3086.19999999992</c:v>
                </c:pt>
                <c:pt idx="862">
                  <c:v>3086.29999999992</c:v>
                </c:pt>
                <c:pt idx="863">
                  <c:v>3086.39999999992</c:v>
                </c:pt>
                <c:pt idx="864">
                  <c:v>3086.49999999992</c:v>
                </c:pt>
                <c:pt idx="865">
                  <c:v>3086.59999999992</c:v>
                </c:pt>
                <c:pt idx="866">
                  <c:v>3086.69999999992</c:v>
                </c:pt>
                <c:pt idx="867">
                  <c:v>3086.79999999992</c:v>
                </c:pt>
                <c:pt idx="868">
                  <c:v>3086.89999999992</c:v>
                </c:pt>
                <c:pt idx="869">
                  <c:v>3086.99999999992</c:v>
                </c:pt>
                <c:pt idx="870">
                  <c:v>3087.09999999992</c:v>
                </c:pt>
                <c:pt idx="871">
                  <c:v>3087.19999999992</c:v>
                </c:pt>
                <c:pt idx="872">
                  <c:v>3087.29999999992</c:v>
                </c:pt>
                <c:pt idx="873">
                  <c:v>3087.39999999992</c:v>
                </c:pt>
                <c:pt idx="874">
                  <c:v>3087.49999999992</c:v>
                </c:pt>
                <c:pt idx="875">
                  <c:v>3087.59999999992</c:v>
                </c:pt>
                <c:pt idx="876">
                  <c:v>3087.69999999992</c:v>
                </c:pt>
                <c:pt idx="877">
                  <c:v>3087.79999999992</c:v>
                </c:pt>
                <c:pt idx="878">
                  <c:v>3087.89999999992</c:v>
                </c:pt>
                <c:pt idx="879">
                  <c:v>3087.99999999992</c:v>
                </c:pt>
                <c:pt idx="880">
                  <c:v>3088.09999999992</c:v>
                </c:pt>
                <c:pt idx="881">
                  <c:v>3088.19999999992</c:v>
                </c:pt>
                <c:pt idx="882">
                  <c:v>3088.29999999992</c:v>
                </c:pt>
                <c:pt idx="883">
                  <c:v>3088.39999999992</c:v>
                </c:pt>
                <c:pt idx="884">
                  <c:v>3088.49999999992</c:v>
                </c:pt>
                <c:pt idx="885">
                  <c:v>3088.59999999992</c:v>
                </c:pt>
                <c:pt idx="886">
                  <c:v>3088.69999999992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2E-482F-B2F3-18AAB4DD4D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53098351"/>
        <c:axId val="1563946895"/>
      </c:barChart>
      <c:catAx>
        <c:axId val="1653098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3946895"/>
        <c:crosses val="autoZero"/>
        <c:auto val="1"/>
        <c:lblAlgn val="ctr"/>
        <c:lblOffset val="100"/>
        <c:noMultiLvlLbl val="0"/>
      </c:catAx>
      <c:valAx>
        <c:axId val="1563946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3098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1678F3-8DC3-4149-8A77-EB9ED0D430CC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PH"/>
        </a:p>
      </dgm:t>
    </dgm:pt>
    <dgm:pt modelId="{C4EC26A6-E059-4F47-A8CE-D7BC85530CC3}">
      <dgm:prSet phldrT="[Text]" phldr="1"/>
      <dgm:spPr/>
      <dgm:t>
        <a:bodyPr/>
        <a:lstStyle/>
        <a:p>
          <a:endParaRPr lang="en-PH"/>
        </a:p>
      </dgm:t>
    </dgm:pt>
    <dgm:pt modelId="{D7B1DB5D-E6BE-4A95-BE03-717634FDC569}" type="parTrans" cxnId="{E5E8949A-DD2D-4BC7-B445-D5CDE8C9B364}">
      <dgm:prSet/>
      <dgm:spPr/>
      <dgm:t>
        <a:bodyPr/>
        <a:lstStyle/>
        <a:p>
          <a:endParaRPr lang="en-PH"/>
        </a:p>
      </dgm:t>
    </dgm:pt>
    <dgm:pt modelId="{38D335A9-AB53-499D-BDEE-0DDABD406A1E}" type="sibTrans" cxnId="{E5E8949A-DD2D-4BC7-B445-D5CDE8C9B364}">
      <dgm:prSet/>
      <dgm:spPr/>
      <dgm:t>
        <a:bodyPr/>
        <a:lstStyle/>
        <a:p>
          <a:endParaRPr lang="en-PH"/>
        </a:p>
      </dgm:t>
    </dgm:pt>
    <dgm:pt modelId="{851BA9E9-2A3E-49A4-B5E8-549E8D533016}">
      <dgm:prSet phldrT="[Text]" phldr="1"/>
      <dgm:spPr/>
      <dgm:t>
        <a:bodyPr/>
        <a:lstStyle/>
        <a:p>
          <a:endParaRPr lang="en-PH"/>
        </a:p>
      </dgm:t>
    </dgm:pt>
    <dgm:pt modelId="{C4DEED22-6851-4C3C-9191-B449B0331E2C}" type="parTrans" cxnId="{D32AFEC4-54F5-4DBC-B02C-1FECF562140B}">
      <dgm:prSet/>
      <dgm:spPr/>
      <dgm:t>
        <a:bodyPr/>
        <a:lstStyle/>
        <a:p>
          <a:endParaRPr lang="en-PH"/>
        </a:p>
      </dgm:t>
    </dgm:pt>
    <dgm:pt modelId="{FD3EE81C-FF5B-4834-818D-AA48C8DCFFC5}" type="sibTrans" cxnId="{D32AFEC4-54F5-4DBC-B02C-1FECF562140B}">
      <dgm:prSet/>
      <dgm:spPr/>
      <dgm:t>
        <a:bodyPr/>
        <a:lstStyle/>
        <a:p>
          <a:endParaRPr lang="en-PH"/>
        </a:p>
      </dgm:t>
    </dgm:pt>
    <dgm:pt modelId="{2258310E-53B6-482B-BE18-5AD87E719E96}">
      <dgm:prSet phldrT="[Text]" phldr="1"/>
      <dgm:spPr/>
      <dgm:t>
        <a:bodyPr/>
        <a:lstStyle/>
        <a:p>
          <a:endParaRPr lang="en-PH"/>
        </a:p>
      </dgm:t>
    </dgm:pt>
    <dgm:pt modelId="{A427F09A-695C-425D-B8DC-747B1ADA3129}" type="parTrans" cxnId="{A7E31F7B-1AAB-4DF3-975E-2B9F5FC70FF9}">
      <dgm:prSet/>
      <dgm:spPr/>
      <dgm:t>
        <a:bodyPr/>
        <a:lstStyle/>
        <a:p>
          <a:endParaRPr lang="en-PH"/>
        </a:p>
      </dgm:t>
    </dgm:pt>
    <dgm:pt modelId="{9E91DC33-8B76-4D5E-93A9-F95D111526E6}" type="sibTrans" cxnId="{A7E31F7B-1AAB-4DF3-975E-2B9F5FC70FF9}">
      <dgm:prSet/>
      <dgm:spPr/>
      <dgm:t>
        <a:bodyPr/>
        <a:lstStyle/>
        <a:p>
          <a:endParaRPr lang="en-PH"/>
        </a:p>
      </dgm:t>
    </dgm:pt>
    <dgm:pt modelId="{1B857652-16AA-4512-9FBF-89A4D8FCB818}">
      <dgm:prSet phldrT="[Text]" phldr="1"/>
      <dgm:spPr/>
      <dgm:t>
        <a:bodyPr/>
        <a:lstStyle/>
        <a:p>
          <a:endParaRPr lang="en-PH"/>
        </a:p>
      </dgm:t>
    </dgm:pt>
    <dgm:pt modelId="{EE21B7FD-EABA-4F36-BB70-E618D45BEAA8}" type="parTrans" cxnId="{B5772A89-2095-45B5-8FFF-B95552631810}">
      <dgm:prSet/>
      <dgm:spPr/>
      <dgm:t>
        <a:bodyPr/>
        <a:lstStyle/>
        <a:p>
          <a:endParaRPr lang="en-PH"/>
        </a:p>
      </dgm:t>
    </dgm:pt>
    <dgm:pt modelId="{482650C0-A8FA-4C00-AFF6-820638D37FE4}" type="sibTrans" cxnId="{B5772A89-2095-45B5-8FFF-B95552631810}">
      <dgm:prSet/>
      <dgm:spPr/>
      <dgm:t>
        <a:bodyPr/>
        <a:lstStyle/>
        <a:p>
          <a:endParaRPr lang="en-PH"/>
        </a:p>
      </dgm:t>
    </dgm:pt>
    <dgm:pt modelId="{49D71E27-BF5B-43A7-859C-A0270BC3F252}">
      <dgm:prSet phldrT="[Text]" phldr="1"/>
      <dgm:spPr/>
      <dgm:t>
        <a:bodyPr/>
        <a:lstStyle/>
        <a:p>
          <a:endParaRPr lang="en-PH"/>
        </a:p>
      </dgm:t>
    </dgm:pt>
    <dgm:pt modelId="{037455D4-7B57-45F0-B541-193BC37E5042}" type="parTrans" cxnId="{C37FF000-7A91-42E7-A5F8-F46E98F8D1FE}">
      <dgm:prSet/>
      <dgm:spPr/>
      <dgm:t>
        <a:bodyPr/>
        <a:lstStyle/>
        <a:p>
          <a:endParaRPr lang="en-PH"/>
        </a:p>
      </dgm:t>
    </dgm:pt>
    <dgm:pt modelId="{D94CE4A5-C62C-496F-B6CE-7E102889D20A}" type="sibTrans" cxnId="{C37FF000-7A91-42E7-A5F8-F46E98F8D1FE}">
      <dgm:prSet/>
      <dgm:spPr/>
      <dgm:t>
        <a:bodyPr/>
        <a:lstStyle/>
        <a:p>
          <a:endParaRPr lang="en-PH"/>
        </a:p>
      </dgm:t>
    </dgm:pt>
    <dgm:pt modelId="{9401DAE4-3CC4-4E2E-8B9B-62D13F69B23B}">
      <dgm:prSet phldrT="[Text]" phldr="1"/>
      <dgm:spPr/>
      <dgm:t>
        <a:bodyPr/>
        <a:lstStyle/>
        <a:p>
          <a:endParaRPr lang="en-PH"/>
        </a:p>
      </dgm:t>
    </dgm:pt>
    <dgm:pt modelId="{6E52AC15-6636-44D7-964A-11CED08B20A0}" type="parTrans" cxnId="{F52E4707-DEFA-4D56-954C-69DD0869CD61}">
      <dgm:prSet/>
      <dgm:spPr/>
      <dgm:t>
        <a:bodyPr/>
        <a:lstStyle/>
        <a:p>
          <a:endParaRPr lang="en-PH"/>
        </a:p>
      </dgm:t>
    </dgm:pt>
    <dgm:pt modelId="{C67714CB-B181-44CA-A97B-5364DFD12E1D}" type="sibTrans" cxnId="{F52E4707-DEFA-4D56-954C-69DD0869CD61}">
      <dgm:prSet/>
      <dgm:spPr/>
      <dgm:t>
        <a:bodyPr/>
        <a:lstStyle/>
        <a:p>
          <a:endParaRPr lang="en-PH"/>
        </a:p>
      </dgm:t>
    </dgm:pt>
    <dgm:pt modelId="{CA1D5AB6-3402-46E4-9417-83E728FBF7A3}" type="pres">
      <dgm:prSet presAssocID="{D31678F3-8DC3-4149-8A77-EB9ED0D430CC}" presName="Name0" presStyleCnt="0">
        <dgm:presLayoutVars>
          <dgm:chMax/>
          <dgm:chPref/>
          <dgm:dir/>
          <dgm:animLvl val="lvl"/>
        </dgm:presLayoutVars>
      </dgm:prSet>
      <dgm:spPr/>
    </dgm:pt>
    <dgm:pt modelId="{D135CADB-5903-48F2-B35E-AC152751331A}" type="pres">
      <dgm:prSet presAssocID="{C4EC26A6-E059-4F47-A8CE-D7BC85530CC3}" presName="composite" presStyleCnt="0"/>
      <dgm:spPr/>
    </dgm:pt>
    <dgm:pt modelId="{FFD2C88F-76E0-4972-B22C-C658DF95D595}" type="pres">
      <dgm:prSet presAssocID="{C4EC26A6-E059-4F47-A8CE-D7BC85530CC3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28E38B68-F646-4655-9A3B-0A97C75A4D24}" type="pres">
      <dgm:prSet presAssocID="{C4EC26A6-E059-4F47-A8CE-D7BC85530CC3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617AF015-309C-4F89-B80F-29C0CC62430B}" type="pres">
      <dgm:prSet presAssocID="{C4EC26A6-E059-4F47-A8CE-D7BC85530CC3}" presName="BalanceSpacing" presStyleCnt="0"/>
      <dgm:spPr/>
    </dgm:pt>
    <dgm:pt modelId="{D2DA5A57-91E6-4997-B065-DDEB8D26FAA5}" type="pres">
      <dgm:prSet presAssocID="{C4EC26A6-E059-4F47-A8CE-D7BC85530CC3}" presName="BalanceSpacing1" presStyleCnt="0"/>
      <dgm:spPr/>
    </dgm:pt>
    <dgm:pt modelId="{0F981861-E954-424D-A5D2-94F017950428}" type="pres">
      <dgm:prSet presAssocID="{38D335A9-AB53-499D-BDEE-0DDABD406A1E}" presName="Accent1Text" presStyleLbl="node1" presStyleIdx="1" presStyleCnt="6"/>
      <dgm:spPr/>
    </dgm:pt>
    <dgm:pt modelId="{8ECE4851-FF42-4039-8348-E2C2FEA4376D}" type="pres">
      <dgm:prSet presAssocID="{38D335A9-AB53-499D-BDEE-0DDABD406A1E}" presName="spaceBetweenRectangles" presStyleCnt="0"/>
      <dgm:spPr/>
    </dgm:pt>
    <dgm:pt modelId="{851C57D9-198F-4A1D-8336-DD85F9B1DD7C}" type="pres">
      <dgm:prSet presAssocID="{2258310E-53B6-482B-BE18-5AD87E719E96}" presName="composite" presStyleCnt="0"/>
      <dgm:spPr/>
    </dgm:pt>
    <dgm:pt modelId="{4FCFF550-2F5E-4866-AA8C-1C611B0D2352}" type="pres">
      <dgm:prSet presAssocID="{2258310E-53B6-482B-BE18-5AD87E719E96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C2481A03-1C6A-4C40-AB1A-504E105773BD}" type="pres">
      <dgm:prSet presAssocID="{2258310E-53B6-482B-BE18-5AD87E719E96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2AE1D8C7-57C2-4F37-93CF-572DB8D42936}" type="pres">
      <dgm:prSet presAssocID="{2258310E-53B6-482B-BE18-5AD87E719E96}" presName="BalanceSpacing" presStyleCnt="0"/>
      <dgm:spPr/>
    </dgm:pt>
    <dgm:pt modelId="{02733A0C-340D-46FA-809A-F7A0D946769E}" type="pres">
      <dgm:prSet presAssocID="{2258310E-53B6-482B-BE18-5AD87E719E96}" presName="BalanceSpacing1" presStyleCnt="0"/>
      <dgm:spPr/>
    </dgm:pt>
    <dgm:pt modelId="{AB30BE41-0A2C-448B-9A2C-86995C05257D}" type="pres">
      <dgm:prSet presAssocID="{9E91DC33-8B76-4D5E-93A9-F95D111526E6}" presName="Accent1Text" presStyleLbl="node1" presStyleIdx="3" presStyleCnt="6"/>
      <dgm:spPr/>
    </dgm:pt>
    <dgm:pt modelId="{E25F8B90-33A3-4040-BBFC-EC33BB797805}" type="pres">
      <dgm:prSet presAssocID="{9E91DC33-8B76-4D5E-93A9-F95D111526E6}" presName="spaceBetweenRectangles" presStyleCnt="0"/>
      <dgm:spPr/>
    </dgm:pt>
    <dgm:pt modelId="{1659B81B-A66B-4730-9BB1-55CF113609C1}" type="pres">
      <dgm:prSet presAssocID="{49D71E27-BF5B-43A7-859C-A0270BC3F252}" presName="composite" presStyleCnt="0"/>
      <dgm:spPr/>
    </dgm:pt>
    <dgm:pt modelId="{D45C71BF-E0D8-4B28-A463-E813AFDD46DF}" type="pres">
      <dgm:prSet presAssocID="{49D71E27-BF5B-43A7-859C-A0270BC3F252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9D98A64C-003A-4DBE-AD71-452D6C76840E}" type="pres">
      <dgm:prSet presAssocID="{49D71E27-BF5B-43A7-859C-A0270BC3F252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A3DA9857-A9E7-4961-BEA4-E0A527E183B7}" type="pres">
      <dgm:prSet presAssocID="{49D71E27-BF5B-43A7-859C-A0270BC3F252}" presName="BalanceSpacing" presStyleCnt="0"/>
      <dgm:spPr/>
    </dgm:pt>
    <dgm:pt modelId="{73900001-32BD-4327-8D16-F4EB155F00D8}" type="pres">
      <dgm:prSet presAssocID="{49D71E27-BF5B-43A7-859C-A0270BC3F252}" presName="BalanceSpacing1" presStyleCnt="0"/>
      <dgm:spPr/>
    </dgm:pt>
    <dgm:pt modelId="{EE1D5301-8A25-4890-99BA-11E517A37DFD}" type="pres">
      <dgm:prSet presAssocID="{D94CE4A5-C62C-496F-B6CE-7E102889D20A}" presName="Accent1Text" presStyleLbl="node1" presStyleIdx="5" presStyleCnt="6"/>
      <dgm:spPr/>
    </dgm:pt>
  </dgm:ptLst>
  <dgm:cxnLst>
    <dgm:cxn modelId="{C37FF000-7A91-42E7-A5F8-F46E98F8D1FE}" srcId="{D31678F3-8DC3-4149-8A77-EB9ED0D430CC}" destId="{49D71E27-BF5B-43A7-859C-A0270BC3F252}" srcOrd="2" destOrd="0" parTransId="{037455D4-7B57-45F0-B541-193BC37E5042}" sibTransId="{D94CE4A5-C62C-496F-B6CE-7E102889D20A}"/>
    <dgm:cxn modelId="{F52E4707-DEFA-4D56-954C-69DD0869CD61}" srcId="{49D71E27-BF5B-43A7-859C-A0270BC3F252}" destId="{9401DAE4-3CC4-4E2E-8B9B-62D13F69B23B}" srcOrd="0" destOrd="0" parTransId="{6E52AC15-6636-44D7-964A-11CED08B20A0}" sibTransId="{C67714CB-B181-44CA-A97B-5364DFD12E1D}"/>
    <dgm:cxn modelId="{86A68617-681B-4953-8D16-8575F14FB420}" type="presOf" srcId="{D94CE4A5-C62C-496F-B6CE-7E102889D20A}" destId="{EE1D5301-8A25-4890-99BA-11E517A37DFD}" srcOrd="0" destOrd="0" presId="urn:microsoft.com/office/officeart/2008/layout/AlternatingHexagons"/>
    <dgm:cxn modelId="{5CA16F25-3D13-4EF6-AE02-757F897E6CE4}" type="presOf" srcId="{C4EC26A6-E059-4F47-A8CE-D7BC85530CC3}" destId="{FFD2C88F-76E0-4972-B22C-C658DF95D595}" srcOrd="0" destOrd="0" presId="urn:microsoft.com/office/officeart/2008/layout/AlternatingHexagons"/>
    <dgm:cxn modelId="{D3D27E29-E80C-453C-A490-FEFBFB07458B}" type="presOf" srcId="{2258310E-53B6-482B-BE18-5AD87E719E96}" destId="{4FCFF550-2F5E-4866-AA8C-1C611B0D2352}" srcOrd="0" destOrd="0" presId="urn:microsoft.com/office/officeart/2008/layout/AlternatingHexagons"/>
    <dgm:cxn modelId="{498D7A65-43D3-427E-AC74-41FF376BE75E}" type="presOf" srcId="{9E91DC33-8B76-4D5E-93A9-F95D111526E6}" destId="{AB30BE41-0A2C-448B-9A2C-86995C05257D}" srcOrd="0" destOrd="0" presId="urn:microsoft.com/office/officeart/2008/layout/AlternatingHexagons"/>
    <dgm:cxn modelId="{1BD4B96A-F0E3-473B-AB57-D653E350C03C}" type="presOf" srcId="{1B857652-16AA-4512-9FBF-89A4D8FCB818}" destId="{C2481A03-1C6A-4C40-AB1A-504E105773BD}" srcOrd="0" destOrd="0" presId="urn:microsoft.com/office/officeart/2008/layout/AlternatingHexagons"/>
    <dgm:cxn modelId="{BDB1346D-8DE4-45FE-8D15-1C1F67FEEA53}" type="presOf" srcId="{9401DAE4-3CC4-4E2E-8B9B-62D13F69B23B}" destId="{9D98A64C-003A-4DBE-AD71-452D6C76840E}" srcOrd="0" destOrd="0" presId="urn:microsoft.com/office/officeart/2008/layout/AlternatingHexagons"/>
    <dgm:cxn modelId="{27DA7575-854D-4B64-BDB4-6050E0BC793F}" type="presOf" srcId="{38D335A9-AB53-499D-BDEE-0DDABD406A1E}" destId="{0F981861-E954-424D-A5D2-94F017950428}" srcOrd="0" destOrd="0" presId="urn:microsoft.com/office/officeart/2008/layout/AlternatingHexagons"/>
    <dgm:cxn modelId="{7BE42F76-0839-4E75-9469-596E48B9FE11}" type="presOf" srcId="{49D71E27-BF5B-43A7-859C-A0270BC3F252}" destId="{D45C71BF-E0D8-4B28-A463-E813AFDD46DF}" srcOrd="0" destOrd="0" presId="urn:microsoft.com/office/officeart/2008/layout/AlternatingHexagons"/>
    <dgm:cxn modelId="{A7E31F7B-1AAB-4DF3-975E-2B9F5FC70FF9}" srcId="{D31678F3-8DC3-4149-8A77-EB9ED0D430CC}" destId="{2258310E-53B6-482B-BE18-5AD87E719E96}" srcOrd="1" destOrd="0" parTransId="{A427F09A-695C-425D-B8DC-747B1ADA3129}" sibTransId="{9E91DC33-8B76-4D5E-93A9-F95D111526E6}"/>
    <dgm:cxn modelId="{B5772A89-2095-45B5-8FFF-B95552631810}" srcId="{2258310E-53B6-482B-BE18-5AD87E719E96}" destId="{1B857652-16AA-4512-9FBF-89A4D8FCB818}" srcOrd="0" destOrd="0" parTransId="{EE21B7FD-EABA-4F36-BB70-E618D45BEAA8}" sibTransId="{482650C0-A8FA-4C00-AFF6-820638D37FE4}"/>
    <dgm:cxn modelId="{6DE9A497-47E7-41AC-A890-184C99469D08}" type="presOf" srcId="{851BA9E9-2A3E-49A4-B5E8-549E8D533016}" destId="{28E38B68-F646-4655-9A3B-0A97C75A4D24}" srcOrd="0" destOrd="0" presId="urn:microsoft.com/office/officeart/2008/layout/AlternatingHexagons"/>
    <dgm:cxn modelId="{E5E8949A-DD2D-4BC7-B445-D5CDE8C9B364}" srcId="{D31678F3-8DC3-4149-8A77-EB9ED0D430CC}" destId="{C4EC26A6-E059-4F47-A8CE-D7BC85530CC3}" srcOrd="0" destOrd="0" parTransId="{D7B1DB5D-E6BE-4A95-BE03-717634FDC569}" sibTransId="{38D335A9-AB53-499D-BDEE-0DDABD406A1E}"/>
    <dgm:cxn modelId="{D32AFEC4-54F5-4DBC-B02C-1FECF562140B}" srcId="{C4EC26A6-E059-4F47-A8CE-D7BC85530CC3}" destId="{851BA9E9-2A3E-49A4-B5E8-549E8D533016}" srcOrd="0" destOrd="0" parTransId="{C4DEED22-6851-4C3C-9191-B449B0331E2C}" sibTransId="{FD3EE81C-FF5B-4834-818D-AA48C8DCFFC5}"/>
    <dgm:cxn modelId="{98CF8BFD-1B72-4AAC-BD3E-585EC94C57C6}" type="presOf" srcId="{D31678F3-8DC3-4149-8A77-EB9ED0D430CC}" destId="{CA1D5AB6-3402-46E4-9417-83E728FBF7A3}" srcOrd="0" destOrd="0" presId="urn:microsoft.com/office/officeart/2008/layout/AlternatingHexagons"/>
    <dgm:cxn modelId="{9329B088-8B94-49EF-A2D2-0500BA3C5AD0}" type="presParOf" srcId="{CA1D5AB6-3402-46E4-9417-83E728FBF7A3}" destId="{D135CADB-5903-48F2-B35E-AC152751331A}" srcOrd="0" destOrd="0" presId="urn:microsoft.com/office/officeart/2008/layout/AlternatingHexagons"/>
    <dgm:cxn modelId="{B7AFC63D-F9B1-44BB-8CE9-49362B3F24FC}" type="presParOf" srcId="{D135CADB-5903-48F2-B35E-AC152751331A}" destId="{FFD2C88F-76E0-4972-B22C-C658DF95D595}" srcOrd="0" destOrd="0" presId="urn:microsoft.com/office/officeart/2008/layout/AlternatingHexagons"/>
    <dgm:cxn modelId="{EC50BEB9-6A2C-4FDC-AB2B-64568FB4B317}" type="presParOf" srcId="{D135CADB-5903-48F2-B35E-AC152751331A}" destId="{28E38B68-F646-4655-9A3B-0A97C75A4D24}" srcOrd="1" destOrd="0" presId="urn:microsoft.com/office/officeart/2008/layout/AlternatingHexagons"/>
    <dgm:cxn modelId="{8616BA35-5203-4FA8-BA0D-7E7A0DBBF34C}" type="presParOf" srcId="{D135CADB-5903-48F2-B35E-AC152751331A}" destId="{617AF015-309C-4F89-B80F-29C0CC62430B}" srcOrd="2" destOrd="0" presId="urn:microsoft.com/office/officeart/2008/layout/AlternatingHexagons"/>
    <dgm:cxn modelId="{C5C8B00E-4982-44EF-A0F2-B3498BFDA746}" type="presParOf" srcId="{D135CADB-5903-48F2-B35E-AC152751331A}" destId="{D2DA5A57-91E6-4997-B065-DDEB8D26FAA5}" srcOrd="3" destOrd="0" presId="urn:microsoft.com/office/officeart/2008/layout/AlternatingHexagons"/>
    <dgm:cxn modelId="{9050D387-1C49-4EB7-A9F1-571C417806AB}" type="presParOf" srcId="{D135CADB-5903-48F2-B35E-AC152751331A}" destId="{0F981861-E954-424D-A5D2-94F017950428}" srcOrd="4" destOrd="0" presId="urn:microsoft.com/office/officeart/2008/layout/AlternatingHexagons"/>
    <dgm:cxn modelId="{11951523-53A4-441A-A144-969B2D02A899}" type="presParOf" srcId="{CA1D5AB6-3402-46E4-9417-83E728FBF7A3}" destId="{8ECE4851-FF42-4039-8348-E2C2FEA4376D}" srcOrd="1" destOrd="0" presId="urn:microsoft.com/office/officeart/2008/layout/AlternatingHexagons"/>
    <dgm:cxn modelId="{C7CFE84C-6D29-4FCA-B8EF-62F135AFF9CC}" type="presParOf" srcId="{CA1D5AB6-3402-46E4-9417-83E728FBF7A3}" destId="{851C57D9-198F-4A1D-8336-DD85F9B1DD7C}" srcOrd="2" destOrd="0" presId="urn:microsoft.com/office/officeart/2008/layout/AlternatingHexagons"/>
    <dgm:cxn modelId="{452DBAA5-1710-4127-B1D9-F62702EBE1C1}" type="presParOf" srcId="{851C57D9-198F-4A1D-8336-DD85F9B1DD7C}" destId="{4FCFF550-2F5E-4866-AA8C-1C611B0D2352}" srcOrd="0" destOrd="0" presId="urn:microsoft.com/office/officeart/2008/layout/AlternatingHexagons"/>
    <dgm:cxn modelId="{6B141114-83DB-4661-A741-65B3F3BA36B2}" type="presParOf" srcId="{851C57D9-198F-4A1D-8336-DD85F9B1DD7C}" destId="{C2481A03-1C6A-4C40-AB1A-504E105773BD}" srcOrd="1" destOrd="0" presId="urn:microsoft.com/office/officeart/2008/layout/AlternatingHexagons"/>
    <dgm:cxn modelId="{235BA202-A1E0-4685-9D1B-7DBC4426892D}" type="presParOf" srcId="{851C57D9-198F-4A1D-8336-DD85F9B1DD7C}" destId="{2AE1D8C7-57C2-4F37-93CF-572DB8D42936}" srcOrd="2" destOrd="0" presId="urn:microsoft.com/office/officeart/2008/layout/AlternatingHexagons"/>
    <dgm:cxn modelId="{2A745698-F05B-4E1D-9524-936966438D89}" type="presParOf" srcId="{851C57D9-198F-4A1D-8336-DD85F9B1DD7C}" destId="{02733A0C-340D-46FA-809A-F7A0D946769E}" srcOrd="3" destOrd="0" presId="urn:microsoft.com/office/officeart/2008/layout/AlternatingHexagons"/>
    <dgm:cxn modelId="{DAA86A24-9A49-4E76-AE70-FFEA4012678F}" type="presParOf" srcId="{851C57D9-198F-4A1D-8336-DD85F9B1DD7C}" destId="{AB30BE41-0A2C-448B-9A2C-86995C05257D}" srcOrd="4" destOrd="0" presId="urn:microsoft.com/office/officeart/2008/layout/AlternatingHexagons"/>
    <dgm:cxn modelId="{4AE588B0-3371-406C-A940-D70E50518D77}" type="presParOf" srcId="{CA1D5AB6-3402-46E4-9417-83E728FBF7A3}" destId="{E25F8B90-33A3-4040-BBFC-EC33BB797805}" srcOrd="3" destOrd="0" presId="urn:microsoft.com/office/officeart/2008/layout/AlternatingHexagons"/>
    <dgm:cxn modelId="{DFFBED5C-14AD-4CA5-A47B-2960D761E1BF}" type="presParOf" srcId="{CA1D5AB6-3402-46E4-9417-83E728FBF7A3}" destId="{1659B81B-A66B-4730-9BB1-55CF113609C1}" srcOrd="4" destOrd="0" presId="urn:microsoft.com/office/officeart/2008/layout/AlternatingHexagons"/>
    <dgm:cxn modelId="{D3AA9ED2-4ADB-4284-89E4-88DB84570207}" type="presParOf" srcId="{1659B81B-A66B-4730-9BB1-55CF113609C1}" destId="{D45C71BF-E0D8-4B28-A463-E813AFDD46DF}" srcOrd="0" destOrd="0" presId="urn:microsoft.com/office/officeart/2008/layout/AlternatingHexagons"/>
    <dgm:cxn modelId="{66C2CD70-F98F-4817-90A4-B7B17E03CAAD}" type="presParOf" srcId="{1659B81B-A66B-4730-9BB1-55CF113609C1}" destId="{9D98A64C-003A-4DBE-AD71-452D6C76840E}" srcOrd="1" destOrd="0" presId="urn:microsoft.com/office/officeart/2008/layout/AlternatingHexagons"/>
    <dgm:cxn modelId="{4F1B1C4F-5E42-46F4-B469-19F6695371E6}" type="presParOf" srcId="{1659B81B-A66B-4730-9BB1-55CF113609C1}" destId="{A3DA9857-A9E7-4961-BEA4-E0A527E183B7}" srcOrd="2" destOrd="0" presId="urn:microsoft.com/office/officeart/2008/layout/AlternatingHexagons"/>
    <dgm:cxn modelId="{9F064411-2DDB-40EB-8A96-5D01C84F63CC}" type="presParOf" srcId="{1659B81B-A66B-4730-9BB1-55CF113609C1}" destId="{73900001-32BD-4327-8D16-F4EB155F00D8}" srcOrd="3" destOrd="0" presId="urn:microsoft.com/office/officeart/2008/layout/AlternatingHexagons"/>
    <dgm:cxn modelId="{B2F17FA3-F645-4930-9320-F202B5C20F3B}" type="presParOf" srcId="{1659B81B-A66B-4730-9BB1-55CF113609C1}" destId="{EE1D5301-8A25-4890-99BA-11E517A37DFD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D2C88F-76E0-4972-B22C-C658DF95D595}">
      <dsp:nvSpPr>
        <dsp:cNvPr id="0" name=""/>
        <dsp:cNvSpPr/>
      </dsp:nvSpPr>
      <dsp:spPr>
        <a:xfrm rot="5400000">
          <a:off x="3506806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300" kern="1200"/>
        </a:p>
      </dsp:txBody>
      <dsp:txXfrm rot="-5400000">
        <a:off x="3909687" y="313106"/>
        <a:ext cx="1202866" cy="1382606"/>
      </dsp:txXfrm>
    </dsp:sp>
    <dsp:sp modelId="{28E38B68-F646-4655-9A3B-0A97C75A4D24}">
      <dsp:nvSpPr>
        <dsp:cNvPr id="0" name=""/>
        <dsp:cNvSpPr/>
      </dsp:nvSpPr>
      <dsp:spPr>
        <a:xfrm>
          <a:off x="5437901" y="401821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>
        <a:off x="5437901" y="401821"/>
        <a:ext cx="2241629" cy="1205177"/>
      </dsp:txXfrm>
    </dsp:sp>
    <dsp:sp modelId="{0F981861-E954-424D-A5D2-94F017950428}">
      <dsp:nvSpPr>
        <dsp:cNvPr id="0" name=""/>
        <dsp:cNvSpPr/>
      </dsp:nvSpPr>
      <dsp:spPr>
        <a:xfrm rot="5400000">
          <a:off x="1619499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 rot="-5400000">
        <a:off x="2022380" y="313106"/>
        <a:ext cx="1202866" cy="1382606"/>
      </dsp:txXfrm>
    </dsp:sp>
    <dsp:sp modelId="{4FCFF550-2F5E-4866-AA8C-1C611B0D2352}">
      <dsp:nvSpPr>
        <dsp:cNvPr id="0" name=""/>
        <dsp:cNvSpPr/>
      </dsp:nvSpPr>
      <dsp:spPr>
        <a:xfrm rot="5400000">
          <a:off x="2559537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300" kern="1200"/>
        </a:p>
      </dsp:txBody>
      <dsp:txXfrm rot="-5400000">
        <a:off x="2962418" y="2018030"/>
        <a:ext cx="1202866" cy="1382606"/>
      </dsp:txXfrm>
    </dsp:sp>
    <dsp:sp modelId="{C2481A03-1C6A-4C40-AB1A-504E105773BD}">
      <dsp:nvSpPr>
        <dsp:cNvPr id="0" name=""/>
        <dsp:cNvSpPr/>
      </dsp:nvSpPr>
      <dsp:spPr>
        <a:xfrm>
          <a:off x="448468" y="2106744"/>
          <a:ext cx="2169318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>
        <a:off x="448468" y="2106744"/>
        <a:ext cx="2169318" cy="1205177"/>
      </dsp:txXfrm>
    </dsp:sp>
    <dsp:sp modelId="{AB30BE41-0A2C-448B-9A2C-86995C05257D}">
      <dsp:nvSpPr>
        <dsp:cNvPr id="0" name=""/>
        <dsp:cNvSpPr/>
      </dsp:nvSpPr>
      <dsp:spPr>
        <a:xfrm rot="5400000">
          <a:off x="4446844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 rot="-5400000">
        <a:off x="4849725" y="2018030"/>
        <a:ext cx="1202866" cy="1382606"/>
      </dsp:txXfrm>
    </dsp:sp>
    <dsp:sp modelId="{D45C71BF-E0D8-4B28-A463-E813AFDD46DF}">
      <dsp:nvSpPr>
        <dsp:cNvPr id="0" name=""/>
        <dsp:cNvSpPr/>
      </dsp:nvSpPr>
      <dsp:spPr>
        <a:xfrm rot="5400000">
          <a:off x="3506806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300" kern="1200"/>
        </a:p>
      </dsp:txBody>
      <dsp:txXfrm rot="-5400000">
        <a:off x="3909687" y="3722953"/>
        <a:ext cx="1202866" cy="1382606"/>
      </dsp:txXfrm>
    </dsp:sp>
    <dsp:sp modelId="{9D98A64C-003A-4DBE-AD71-452D6C76840E}">
      <dsp:nvSpPr>
        <dsp:cNvPr id="0" name=""/>
        <dsp:cNvSpPr/>
      </dsp:nvSpPr>
      <dsp:spPr>
        <a:xfrm>
          <a:off x="5437901" y="3811668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>
        <a:off x="5437901" y="3811668"/>
        <a:ext cx="2241629" cy="1205177"/>
      </dsp:txXfrm>
    </dsp:sp>
    <dsp:sp modelId="{EE1D5301-8A25-4890-99BA-11E517A37DFD}">
      <dsp:nvSpPr>
        <dsp:cNvPr id="0" name=""/>
        <dsp:cNvSpPr/>
      </dsp:nvSpPr>
      <dsp:spPr>
        <a:xfrm rot="5400000">
          <a:off x="1619499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 rot="-5400000">
        <a:off x="2022380" y="3722953"/>
        <a:ext cx="1202866" cy="1382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8DB8-98C5-0165-10F8-18575E0A1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71C4D-5F6C-38FA-F9CE-A059FD368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09DAB-2961-581A-E5BE-CF70EBFD3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24FA4-07D8-AF0F-1792-B62F364F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99D99-B90F-6EFC-65EF-8039F585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014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0221-C9A2-D65A-0F88-6204F857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A9ECB-FBCF-5F07-DC2A-DE671C8E6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A0327-9BDC-AA66-5A48-BC8112ADF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CA9A2-BC9B-6D61-D7D8-937671D4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24135-4797-79C6-8FA0-1ED3DB41A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466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14EE3-BECA-5ECE-C086-A74FEC47F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4678C-C171-F2BE-24D6-AC14C869F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EA0F9-66E5-89FC-3559-79AFD2D74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DEE7E-B306-824E-E668-3B31EA7E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89124-76DF-5B5B-C646-463A7D3CC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7234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B018-35B9-07FE-CB1B-A41D029DE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30DA2-4ACF-0AB4-5186-65EB59E038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640DF-993B-6CB6-C8A0-B9A65A0FA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94BD6-1E85-6082-C0B3-DE8C55D14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1435A-9D53-BBFA-275D-D57B255D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C74C7-EF87-A27F-9523-C0F0AC81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322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C8012-1B0E-EDF4-C63C-59782D9E0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0CF89-ED73-7B6F-48B1-03F1E3A90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52B42-A4E8-CA55-9A74-E22E2016A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4FAA98-27C7-BB4C-ED48-86129F7A4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03BA5-FC25-0098-3567-1968F9C64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D3B2F2-E069-01D8-5241-A077F560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44AC24-A75C-DC5B-D515-C1FE2498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F2D5AC-481E-5129-9BF8-CDEF74D2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9084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751B1-8429-C1E4-300A-0DC8F2AA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9BFD6-20AA-1C6A-ADA7-FBF14962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F7688E-7AC9-8FA7-AE8A-3ADC14A2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67375-42D7-AE6C-AC3B-FBFFF3E63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879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663592-36DD-529D-4E1D-D307DDB2D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24EBC-843E-D1E1-FA37-8E17630E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473BD-65A3-E89C-3560-95430369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481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E9EE3-6A1C-8494-713E-8991418CE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EFBAF-FFE7-CC42-8BA6-DE2D72409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36645-7A23-6B29-2908-167D3A420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39058-0C9B-E86A-E7EA-6CF4E91BA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81EFB-3CA6-DD62-39D5-5D51A9A9C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42D68-CE70-6FDF-CF2F-817687B1D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2535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155B-72B1-338F-1373-1B879D460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30B391-EFA0-28A9-FEEA-CB61BEB66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E8D1B-6E28-E26C-1D58-39A1AD5EF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29C22-B522-8401-4A8C-2ADF005B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F6498-B483-AC44-A87B-B442D31CB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B9338-972B-0AB3-42CA-9EDE0CA1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25143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3CEA2-3518-A1E4-858A-2EEF49982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D209C-A422-7320-BC21-7BF31596E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194A8-E274-D9F3-8066-A3A8D8CD9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EB0C7-70F1-7920-664F-6F2E15E62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B0929-6986-5B92-0404-A5115554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35664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A1578B-64C5-A5F8-21A4-ABE92B514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2E49B-754C-234E-4C65-E0442904A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5DB8D-2224-AEA5-C77B-5AA589499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7D2AB-D0CE-B1AD-827B-ADF6D2CF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36C87-A95D-CCDB-29C2-CEB57E33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05868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849C23-CC9C-FDC7-3C8E-1AF6185E3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D2BFA-38CB-7B71-92E0-3E62793DE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E4595-340C-4FEC-B72D-E9557D3FAF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15BDA-D4EA-9580-AAF0-E6756C4C9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928FE-E183-DA21-68CC-5FE894A2C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7719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E86E-D006-57E9-4B5E-E0E43231BA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of the PPT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96818-6B76-4B7F-B37D-997EC66C0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of the PPT</a:t>
            </a:r>
          </a:p>
        </p:txBody>
      </p:sp>
    </p:spTree>
    <p:extLst>
      <p:ext uri="{BB962C8B-B14F-4D97-AF65-F5344CB8AC3E}">
        <p14:creationId xmlns:p14="http://schemas.microsoft.com/office/powerpoint/2010/main" val="427333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CABEE16-A5F4-C27D-CC81-D4EEFEB2CD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009730"/>
              </p:ext>
            </p:extLst>
          </p:nvPr>
        </p:nvGraphicFramePr>
        <p:xfrm>
          <a:off x="878449" y="633047"/>
          <a:ext cx="4453206" cy="4379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6697ED2-6AAF-E910-4DE0-8546038014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8172746"/>
              </p:ext>
            </p:extLst>
          </p:nvPr>
        </p:nvGraphicFramePr>
        <p:xfrm>
          <a:off x="6096000" y="633048"/>
          <a:ext cx="4678290" cy="4379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88102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5843E-52D7-9927-0BD4-7D07B2F1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2DF535-8A3B-358E-CDED-0FAE5DEEC41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677451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59000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435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213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31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Charlie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871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14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Ellie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523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904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1015D-3575-932D-C3E5-EAF16F20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A72029-EA4A-275F-32B6-0094C35CEB40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677451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59000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435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Brgy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213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Brgy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31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Brgy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871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Brgy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14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Brgy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523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422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F29D0-AB93-8B32-5EE1-C6DBA7258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1C4DC37-6199-83FD-EEA2-E74EDF26E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643960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340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6ADC2-42E5-09EB-ABD9-B4B5F0C6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0025E0D-54AF-D013-F59C-C4E6B1F9B90A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99295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</Words>
  <Application>Microsoft Office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Bejon Miñada</dc:creator>
  <cp:lastModifiedBy>Bejon Miñada</cp:lastModifiedBy>
  <cp:revision>3</cp:revision>
  <dcterms:created xsi:type="dcterms:W3CDTF">2026-07-04T19:25:47Z</dcterms:created>
  <dcterms:modified xsi:type="dcterms:W3CDTF">2026-07-04T22:24:08Z</dcterms:modified>
</cp:coreProperties>
</file>