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Ana</c:v>
                </c:pt>
                <c:pt idx="1">
                  <c:v>Ben</c:v>
                </c:pt>
                <c:pt idx="2">
                  <c:v>Charlie</c:v>
                </c:pt>
                <c:pt idx="3">
                  <c:v>Delta</c:v>
                </c:pt>
                <c:pt idx="4">
                  <c:v>Ellie</c:v>
                </c:pt>
                <c:pt idx="5">
                  <c:v>Fin</c:v>
                </c:pt>
                <c:pt idx="6">
                  <c:v>Gale</c:v>
                </c:pt>
                <c:pt idx="7">
                  <c:v>Hannah</c:v>
                </c:pt>
                <c:pt idx="8">
                  <c:v>Irilea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15</c:v>
                </c:pt>
                <c:pt idx="2">
                  <c:v>16</c:v>
                </c:pt>
                <c:pt idx="3">
                  <c:v>12</c:v>
                </c:pt>
                <c:pt idx="4">
                  <c:v>16</c:v>
                </c:pt>
                <c:pt idx="5">
                  <c:v>16</c:v>
                </c:pt>
                <c:pt idx="6">
                  <c:v>25</c:v>
                </c:pt>
                <c:pt idx="7">
                  <c:v>26</c:v>
                </c:pt>
                <c:pt idx="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16-44D4-838A-3D7ECF55E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91904352"/>
        <c:axId val="752307088"/>
      </c:lineChart>
      <c:catAx>
        <c:axId val="79190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307088"/>
        <c:crosses val="autoZero"/>
        <c:auto val="1"/>
        <c:lblAlgn val="ctr"/>
        <c:lblOffset val="100"/>
        <c:noMultiLvlLbl val="0"/>
      </c:catAx>
      <c:valAx>
        <c:axId val="75230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190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smooth val="0"/>
          <c:extLst>
            <c:ext xmlns:c16="http://schemas.microsoft.com/office/drawing/2014/chart" uri="{C3380CC4-5D6E-409C-BE32-E72D297353CC}">
              <c16:uniqueId val="{00000000-0019-4E0B-8461-BC9D81EC9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3308432"/>
        <c:axId val="752217808"/>
      </c:scatterChart>
      <c:valAx>
        <c:axId val="893308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217808"/>
        <c:crosses val="autoZero"/>
        <c:crossBetween val="midCat"/>
      </c:valAx>
      <c:valAx>
        <c:axId val="752217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308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Ana</c:v>
                </c:pt>
                <c:pt idx="1">
                  <c:v>Ben</c:v>
                </c:pt>
                <c:pt idx="2">
                  <c:v>Charlie</c:v>
                </c:pt>
                <c:pt idx="3">
                  <c:v>Delta</c:v>
                </c:pt>
                <c:pt idx="4">
                  <c:v>Ellie</c:v>
                </c:pt>
                <c:pt idx="5">
                  <c:v>Fin</c:v>
                </c:pt>
                <c:pt idx="6">
                  <c:v>Gale</c:v>
                </c:pt>
                <c:pt idx="7">
                  <c:v>Hannah</c:v>
                </c:pt>
                <c:pt idx="8">
                  <c:v>Irilea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15</c:v>
                </c:pt>
                <c:pt idx="2">
                  <c:v>16</c:v>
                </c:pt>
                <c:pt idx="3">
                  <c:v>12</c:v>
                </c:pt>
                <c:pt idx="4">
                  <c:v>16</c:v>
                </c:pt>
                <c:pt idx="5">
                  <c:v>16</c:v>
                </c:pt>
                <c:pt idx="6">
                  <c:v>25</c:v>
                </c:pt>
                <c:pt idx="7">
                  <c:v>26</c:v>
                </c:pt>
                <c:pt idx="8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E-482F-B2F3-18AAB4DD4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3098351"/>
        <c:axId val="1563946895"/>
      </c:barChart>
      <c:catAx>
        <c:axId val="1653098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3946895"/>
        <c:crosses val="autoZero"/>
        <c:auto val="1"/>
        <c:lblAlgn val="ctr"/>
        <c:lblOffset val="100"/>
        <c:noMultiLvlLbl val="0"/>
      </c:catAx>
      <c:valAx>
        <c:axId val="156394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3098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1678F3-8DC3-4149-8A77-EB9ED0D430C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PH"/>
        </a:p>
      </dgm:t>
    </dgm:pt>
    <dgm:pt modelId="{C4EC26A6-E059-4F47-A8CE-D7BC85530CC3}">
      <dgm:prSet phldrT="[Text]" phldr="1"/>
      <dgm:spPr/>
      <dgm:t>
        <a:bodyPr/>
        <a:lstStyle/>
        <a:p>
          <a:endParaRPr lang="en-PH"/>
        </a:p>
      </dgm:t>
    </dgm:pt>
    <dgm:pt modelId="{D7B1DB5D-E6BE-4A95-BE03-717634FDC569}" type="parTrans" cxnId="{E5E8949A-DD2D-4BC7-B445-D5CDE8C9B364}">
      <dgm:prSet/>
      <dgm:spPr/>
      <dgm:t>
        <a:bodyPr/>
        <a:lstStyle/>
        <a:p>
          <a:endParaRPr lang="en-PH"/>
        </a:p>
      </dgm:t>
    </dgm:pt>
    <dgm:pt modelId="{38D335A9-AB53-499D-BDEE-0DDABD406A1E}" type="sibTrans" cxnId="{E5E8949A-DD2D-4BC7-B445-D5CDE8C9B364}">
      <dgm:prSet/>
      <dgm:spPr/>
      <dgm:t>
        <a:bodyPr/>
        <a:lstStyle/>
        <a:p>
          <a:endParaRPr lang="en-PH"/>
        </a:p>
      </dgm:t>
    </dgm:pt>
    <dgm:pt modelId="{851BA9E9-2A3E-49A4-B5E8-549E8D533016}">
      <dgm:prSet phldrT="[Text]" phldr="1"/>
      <dgm:spPr/>
      <dgm:t>
        <a:bodyPr/>
        <a:lstStyle/>
        <a:p>
          <a:endParaRPr lang="en-PH"/>
        </a:p>
      </dgm:t>
    </dgm:pt>
    <dgm:pt modelId="{C4DEED22-6851-4C3C-9191-B449B0331E2C}" type="parTrans" cxnId="{D32AFEC4-54F5-4DBC-B02C-1FECF562140B}">
      <dgm:prSet/>
      <dgm:spPr/>
      <dgm:t>
        <a:bodyPr/>
        <a:lstStyle/>
        <a:p>
          <a:endParaRPr lang="en-PH"/>
        </a:p>
      </dgm:t>
    </dgm:pt>
    <dgm:pt modelId="{FD3EE81C-FF5B-4834-818D-AA48C8DCFFC5}" type="sibTrans" cxnId="{D32AFEC4-54F5-4DBC-B02C-1FECF562140B}">
      <dgm:prSet/>
      <dgm:spPr/>
      <dgm:t>
        <a:bodyPr/>
        <a:lstStyle/>
        <a:p>
          <a:endParaRPr lang="en-PH"/>
        </a:p>
      </dgm:t>
    </dgm:pt>
    <dgm:pt modelId="{2258310E-53B6-482B-BE18-5AD87E719E96}">
      <dgm:prSet phldrT="[Text]" phldr="1"/>
      <dgm:spPr/>
      <dgm:t>
        <a:bodyPr/>
        <a:lstStyle/>
        <a:p>
          <a:endParaRPr lang="en-PH"/>
        </a:p>
      </dgm:t>
    </dgm:pt>
    <dgm:pt modelId="{A427F09A-695C-425D-B8DC-747B1ADA3129}" type="parTrans" cxnId="{A7E31F7B-1AAB-4DF3-975E-2B9F5FC70FF9}">
      <dgm:prSet/>
      <dgm:spPr/>
      <dgm:t>
        <a:bodyPr/>
        <a:lstStyle/>
        <a:p>
          <a:endParaRPr lang="en-PH"/>
        </a:p>
      </dgm:t>
    </dgm:pt>
    <dgm:pt modelId="{9E91DC33-8B76-4D5E-93A9-F95D111526E6}" type="sibTrans" cxnId="{A7E31F7B-1AAB-4DF3-975E-2B9F5FC70FF9}">
      <dgm:prSet/>
      <dgm:spPr/>
      <dgm:t>
        <a:bodyPr/>
        <a:lstStyle/>
        <a:p>
          <a:endParaRPr lang="en-PH"/>
        </a:p>
      </dgm:t>
    </dgm:pt>
    <dgm:pt modelId="{1B857652-16AA-4512-9FBF-89A4D8FCB818}">
      <dgm:prSet phldrT="[Text]" phldr="1"/>
      <dgm:spPr/>
      <dgm:t>
        <a:bodyPr/>
        <a:lstStyle/>
        <a:p>
          <a:endParaRPr lang="en-PH"/>
        </a:p>
      </dgm:t>
    </dgm:pt>
    <dgm:pt modelId="{EE21B7FD-EABA-4F36-BB70-E618D45BEAA8}" type="parTrans" cxnId="{B5772A89-2095-45B5-8FFF-B95552631810}">
      <dgm:prSet/>
      <dgm:spPr/>
      <dgm:t>
        <a:bodyPr/>
        <a:lstStyle/>
        <a:p>
          <a:endParaRPr lang="en-PH"/>
        </a:p>
      </dgm:t>
    </dgm:pt>
    <dgm:pt modelId="{482650C0-A8FA-4C00-AFF6-820638D37FE4}" type="sibTrans" cxnId="{B5772A89-2095-45B5-8FFF-B95552631810}">
      <dgm:prSet/>
      <dgm:spPr/>
      <dgm:t>
        <a:bodyPr/>
        <a:lstStyle/>
        <a:p>
          <a:endParaRPr lang="en-PH"/>
        </a:p>
      </dgm:t>
    </dgm:pt>
    <dgm:pt modelId="{49D71E27-BF5B-43A7-859C-A0270BC3F252}">
      <dgm:prSet phldrT="[Text]" phldr="1"/>
      <dgm:spPr/>
      <dgm:t>
        <a:bodyPr/>
        <a:lstStyle/>
        <a:p>
          <a:endParaRPr lang="en-PH"/>
        </a:p>
      </dgm:t>
    </dgm:pt>
    <dgm:pt modelId="{037455D4-7B57-45F0-B541-193BC37E5042}" type="parTrans" cxnId="{C37FF000-7A91-42E7-A5F8-F46E98F8D1FE}">
      <dgm:prSet/>
      <dgm:spPr/>
      <dgm:t>
        <a:bodyPr/>
        <a:lstStyle/>
        <a:p>
          <a:endParaRPr lang="en-PH"/>
        </a:p>
      </dgm:t>
    </dgm:pt>
    <dgm:pt modelId="{D94CE4A5-C62C-496F-B6CE-7E102889D20A}" type="sibTrans" cxnId="{C37FF000-7A91-42E7-A5F8-F46E98F8D1FE}">
      <dgm:prSet/>
      <dgm:spPr/>
      <dgm:t>
        <a:bodyPr/>
        <a:lstStyle/>
        <a:p>
          <a:endParaRPr lang="en-PH"/>
        </a:p>
      </dgm:t>
    </dgm:pt>
    <dgm:pt modelId="{9401DAE4-3CC4-4E2E-8B9B-62D13F69B23B}">
      <dgm:prSet phldrT="[Text]" phldr="1"/>
      <dgm:spPr/>
      <dgm:t>
        <a:bodyPr/>
        <a:lstStyle/>
        <a:p>
          <a:endParaRPr lang="en-PH"/>
        </a:p>
      </dgm:t>
    </dgm:pt>
    <dgm:pt modelId="{6E52AC15-6636-44D7-964A-11CED08B20A0}" type="parTrans" cxnId="{F52E4707-DEFA-4D56-954C-69DD0869CD61}">
      <dgm:prSet/>
      <dgm:spPr/>
      <dgm:t>
        <a:bodyPr/>
        <a:lstStyle/>
        <a:p>
          <a:endParaRPr lang="en-PH"/>
        </a:p>
      </dgm:t>
    </dgm:pt>
    <dgm:pt modelId="{C67714CB-B181-44CA-A97B-5364DFD12E1D}" type="sibTrans" cxnId="{F52E4707-DEFA-4D56-954C-69DD0869CD61}">
      <dgm:prSet/>
      <dgm:spPr/>
      <dgm:t>
        <a:bodyPr/>
        <a:lstStyle/>
        <a:p>
          <a:endParaRPr lang="en-PH"/>
        </a:p>
      </dgm:t>
    </dgm:pt>
    <dgm:pt modelId="{CA1D5AB6-3402-46E4-9417-83E728FBF7A3}" type="pres">
      <dgm:prSet presAssocID="{D31678F3-8DC3-4149-8A77-EB9ED0D430CC}" presName="Name0" presStyleCnt="0">
        <dgm:presLayoutVars>
          <dgm:chMax/>
          <dgm:chPref/>
          <dgm:dir/>
          <dgm:animLvl val="lvl"/>
        </dgm:presLayoutVars>
      </dgm:prSet>
      <dgm:spPr/>
    </dgm:pt>
    <dgm:pt modelId="{D135CADB-5903-48F2-B35E-AC152751331A}" type="pres">
      <dgm:prSet presAssocID="{C4EC26A6-E059-4F47-A8CE-D7BC85530CC3}" presName="composite" presStyleCnt="0"/>
      <dgm:spPr/>
    </dgm:pt>
    <dgm:pt modelId="{FFD2C88F-76E0-4972-B22C-C658DF95D595}" type="pres">
      <dgm:prSet presAssocID="{C4EC26A6-E059-4F47-A8CE-D7BC85530CC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8E38B68-F646-4655-9A3B-0A97C75A4D24}" type="pres">
      <dgm:prSet presAssocID="{C4EC26A6-E059-4F47-A8CE-D7BC85530CC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17AF015-309C-4F89-B80F-29C0CC62430B}" type="pres">
      <dgm:prSet presAssocID="{C4EC26A6-E059-4F47-A8CE-D7BC85530CC3}" presName="BalanceSpacing" presStyleCnt="0"/>
      <dgm:spPr/>
    </dgm:pt>
    <dgm:pt modelId="{D2DA5A57-91E6-4997-B065-DDEB8D26FAA5}" type="pres">
      <dgm:prSet presAssocID="{C4EC26A6-E059-4F47-A8CE-D7BC85530CC3}" presName="BalanceSpacing1" presStyleCnt="0"/>
      <dgm:spPr/>
    </dgm:pt>
    <dgm:pt modelId="{0F981861-E954-424D-A5D2-94F017950428}" type="pres">
      <dgm:prSet presAssocID="{38D335A9-AB53-499D-BDEE-0DDABD406A1E}" presName="Accent1Text" presStyleLbl="node1" presStyleIdx="1" presStyleCnt="6"/>
      <dgm:spPr/>
    </dgm:pt>
    <dgm:pt modelId="{8ECE4851-FF42-4039-8348-E2C2FEA4376D}" type="pres">
      <dgm:prSet presAssocID="{38D335A9-AB53-499D-BDEE-0DDABD406A1E}" presName="spaceBetweenRectangles" presStyleCnt="0"/>
      <dgm:spPr/>
    </dgm:pt>
    <dgm:pt modelId="{851C57D9-198F-4A1D-8336-DD85F9B1DD7C}" type="pres">
      <dgm:prSet presAssocID="{2258310E-53B6-482B-BE18-5AD87E719E96}" presName="composite" presStyleCnt="0"/>
      <dgm:spPr/>
    </dgm:pt>
    <dgm:pt modelId="{4FCFF550-2F5E-4866-AA8C-1C611B0D2352}" type="pres">
      <dgm:prSet presAssocID="{2258310E-53B6-482B-BE18-5AD87E719E96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2481A03-1C6A-4C40-AB1A-504E105773BD}" type="pres">
      <dgm:prSet presAssocID="{2258310E-53B6-482B-BE18-5AD87E719E96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AE1D8C7-57C2-4F37-93CF-572DB8D42936}" type="pres">
      <dgm:prSet presAssocID="{2258310E-53B6-482B-BE18-5AD87E719E96}" presName="BalanceSpacing" presStyleCnt="0"/>
      <dgm:spPr/>
    </dgm:pt>
    <dgm:pt modelId="{02733A0C-340D-46FA-809A-F7A0D946769E}" type="pres">
      <dgm:prSet presAssocID="{2258310E-53B6-482B-BE18-5AD87E719E96}" presName="BalanceSpacing1" presStyleCnt="0"/>
      <dgm:spPr/>
    </dgm:pt>
    <dgm:pt modelId="{AB30BE41-0A2C-448B-9A2C-86995C05257D}" type="pres">
      <dgm:prSet presAssocID="{9E91DC33-8B76-4D5E-93A9-F95D111526E6}" presName="Accent1Text" presStyleLbl="node1" presStyleIdx="3" presStyleCnt="6"/>
      <dgm:spPr/>
    </dgm:pt>
    <dgm:pt modelId="{E25F8B90-33A3-4040-BBFC-EC33BB797805}" type="pres">
      <dgm:prSet presAssocID="{9E91DC33-8B76-4D5E-93A9-F95D111526E6}" presName="spaceBetweenRectangles" presStyleCnt="0"/>
      <dgm:spPr/>
    </dgm:pt>
    <dgm:pt modelId="{1659B81B-A66B-4730-9BB1-55CF113609C1}" type="pres">
      <dgm:prSet presAssocID="{49D71E27-BF5B-43A7-859C-A0270BC3F252}" presName="composite" presStyleCnt="0"/>
      <dgm:spPr/>
    </dgm:pt>
    <dgm:pt modelId="{D45C71BF-E0D8-4B28-A463-E813AFDD46DF}" type="pres">
      <dgm:prSet presAssocID="{49D71E27-BF5B-43A7-859C-A0270BC3F25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9D98A64C-003A-4DBE-AD71-452D6C76840E}" type="pres">
      <dgm:prSet presAssocID="{49D71E27-BF5B-43A7-859C-A0270BC3F25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3DA9857-A9E7-4961-BEA4-E0A527E183B7}" type="pres">
      <dgm:prSet presAssocID="{49D71E27-BF5B-43A7-859C-A0270BC3F252}" presName="BalanceSpacing" presStyleCnt="0"/>
      <dgm:spPr/>
    </dgm:pt>
    <dgm:pt modelId="{73900001-32BD-4327-8D16-F4EB155F00D8}" type="pres">
      <dgm:prSet presAssocID="{49D71E27-BF5B-43A7-859C-A0270BC3F252}" presName="BalanceSpacing1" presStyleCnt="0"/>
      <dgm:spPr/>
    </dgm:pt>
    <dgm:pt modelId="{EE1D5301-8A25-4890-99BA-11E517A37DFD}" type="pres">
      <dgm:prSet presAssocID="{D94CE4A5-C62C-496F-B6CE-7E102889D20A}" presName="Accent1Text" presStyleLbl="node1" presStyleIdx="5" presStyleCnt="6"/>
      <dgm:spPr/>
    </dgm:pt>
  </dgm:ptLst>
  <dgm:cxnLst>
    <dgm:cxn modelId="{C37FF000-7A91-42E7-A5F8-F46E98F8D1FE}" srcId="{D31678F3-8DC3-4149-8A77-EB9ED0D430CC}" destId="{49D71E27-BF5B-43A7-859C-A0270BC3F252}" srcOrd="2" destOrd="0" parTransId="{037455D4-7B57-45F0-B541-193BC37E5042}" sibTransId="{D94CE4A5-C62C-496F-B6CE-7E102889D20A}"/>
    <dgm:cxn modelId="{F52E4707-DEFA-4D56-954C-69DD0869CD61}" srcId="{49D71E27-BF5B-43A7-859C-A0270BC3F252}" destId="{9401DAE4-3CC4-4E2E-8B9B-62D13F69B23B}" srcOrd="0" destOrd="0" parTransId="{6E52AC15-6636-44D7-964A-11CED08B20A0}" sibTransId="{C67714CB-B181-44CA-A97B-5364DFD12E1D}"/>
    <dgm:cxn modelId="{86A68617-681B-4953-8D16-8575F14FB420}" type="presOf" srcId="{D94CE4A5-C62C-496F-B6CE-7E102889D20A}" destId="{EE1D5301-8A25-4890-99BA-11E517A37DFD}" srcOrd="0" destOrd="0" presId="urn:microsoft.com/office/officeart/2008/layout/AlternatingHexagons"/>
    <dgm:cxn modelId="{5CA16F25-3D13-4EF6-AE02-757F897E6CE4}" type="presOf" srcId="{C4EC26A6-E059-4F47-A8CE-D7BC85530CC3}" destId="{FFD2C88F-76E0-4972-B22C-C658DF95D595}" srcOrd="0" destOrd="0" presId="urn:microsoft.com/office/officeart/2008/layout/AlternatingHexagons"/>
    <dgm:cxn modelId="{D3D27E29-E80C-453C-A490-FEFBFB07458B}" type="presOf" srcId="{2258310E-53B6-482B-BE18-5AD87E719E96}" destId="{4FCFF550-2F5E-4866-AA8C-1C611B0D2352}" srcOrd="0" destOrd="0" presId="urn:microsoft.com/office/officeart/2008/layout/AlternatingHexagons"/>
    <dgm:cxn modelId="{498D7A65-43D3-427E-AC74-41FF376BE75E}" type="presOf" srcId="{9E91DC33-8B76-4D5E-93A9-F95D111526E6}" destId="{AB30BE41-0A2C-448B-9A2C-86995C05257D}" srcOrd="0" destOrd="0" presId="urn:microsoft.com/office/officeart/2008/layout/AlternatingHexagons"/>
    <dgm:cxn modelId="{1BD4B96A-F0E3-473B-AB57-D653E350C03C}" type="presOf" srcId="{1B857652-16AA-4512-9FBF-89A4D8FCB818}" destId="{C2481A03-1C6A-4C40-AB1A-504E105773BD}" srcOrd="0" destOrd="0" presId="urn:microsoft.com/office/officeart/2008/layout/AlternatingHexagons"/>
    <dgm:cxn modelId="{BDB1346D-8DE4-45FE-8D15-1C1F67FEEA53}" type="presOf" srcId="{9401DAE4-3CC4-4E2E-8B9B-62D13F69B23B}" destId="{9D98A64C-003A-4DBE-AD71-452D6C76840E}" srcOrd="0" destOrd="0" presId="urn:microsoft.com/office/officeart/2008/layout/AlternatingHexagons"/>
    <dgm:cxn modelId="{27DA7575-854D-4B64-BDB4-6050E0BC793F}" type="presOf" srcId="{38D335A9-AB53-499D-BDEE-0DDABD406A1E}" destId="{0F981861-E954-424D-A5D2-94F017950428}" srcOrd="0" destOrd="0" presId="urn:microsoft.com/office/officeart/2008/layout/AlternatingHexagons"/>
    <dgm:cxn modelId="{7BE42F76-0839-4E75-9469-596E48B9FE11}" type="presOf" srcId="{49D71E27-BF5B-43A7-859C-A0270BC3F252}" destId="{D45C71BF-E0D8-4B28-A463-E813AFDD46DF}" srcOrd="0" destOrd="0" presId="urn:microsoft.com/office/officeart/2008/layout/AlternatingHexagons"/>
    <dgm:cxn modelId="{A7E31F7B-1AAB-4DF3-975E-2B9F5FC70FF9}" srcId="{D31678F3-8DC3-4149-8A77-EB9ED0D430CC}" destId="{2258310E-53B6-482B-BE18-5AD87E719E96}" srcOrd="1" destOrd="0" parTransId="{A427F09A-695C-425D-B8DC-747B1ADA3129}" sibTransId="{9E91DC33-8B76-4D5E-93A9-F95D111526E6}"/>
    <dgm:cxn modelId="{B5772A89-2095-45B5-8FFF-B95552631810}" srcId="{2258310E-53B6-482B-BE18-5AD87E719E96}" destId="{1B857652-16AA-4512-9FBF-89A4D8FCB818}" srcOrd="0" destOrd="0" parTransId="{EE21B7FD-EABA-4F36-BB70-E618D45BEAA8}" sibTransId="{482650C0-A8FA-4C00-AFF6-820638D37FE4}"/>
    <dgm:cxn modelId="{6DE9A497-47E7-41AC-A890-184C99469D08}" type="presOf" srcId="{851BA9E9-2A3E-49A4-B5E8-549E8D533016}" destId="{28E38B68-F646-4655-9A3B-0A97C75A4D24}" srcOrd="0" destOrd="0" presId="urn:microsoft.com/office/officeart/2008/layout/AlternatingHexagons"/>
    <dgm:cxn modelId="{E5E8949A-DD2D-4BC7-B445-D5CDE8C9B364}" srcId="{D31678F3-8DC3-4149-8A77-EB9ED0D430CC}" destId="{C4EC26A6-E059-4F47-A8CE-D7BC85530CC3}" srcOrd="0" destOrd="0" parTransId="{D7B1DB5D-E6BE-4A95-BE03-717634FDC569}" sibTransId="{38D335A9-AB53-499D-BDEE-0DDABD406A1E}"/>
    <dgm:cxn modelId="{D32AFEC4-54F5-4DBC-B02C-1FECF562140B}" srcId="{C4EC26A6-E059-4F47-A8CE-D7BC85530CC3}" destId="{851BA9E9-2A3E-49A4-B5E8-549E8D533016}" srcOrd="0" destOrd="0" parTransId="{C4DEED22-6851-4C3C-9191-B449B0331E2C}" sibTransId="{FD3EE81C-FF5B-4834-818D-AA48C8DCFFC5}"/>
    <dgm:cxn modelId="{98CF8BFD-1B72-4AAC-BD3E-585EC94C57C6}" type="presOf" srcId="{D31678F3-8DC3-4149-8A77-EB9ED0D430CC}" destId="{CA1D5AB6-3402-46E4-9417-83E728FBF7A3}" srcOrd="0" destOrd="0" presId="urn:microsoft.com/office/officeart/2008/layout/AlternatingHexagons"/>
    <dgm:cxn modelId="{9329B088-8B94-49EF-A2D2-0500BA3C5AD0}" type="presParOf" srcId="{CA1D5AB6-3402-46E4-9417-83E728FBF7A3}" destId="{D135CADB-5903-48F2-B35E-AC152751331A}" srcOrd="0" destOrd="0" presId="urn:microsoft.com/office/officeart/2008/layout/AlternatingHexagons"/>
    <dgm:cxn modelId="{B7AFC63D-F9B1-44BB-8CE9-49362B3F24FC}" type="presParOf" srcId="{D135CADB-5903-48F2-B35E-AC152751331A}" destId="{FFD2C88F-76E0-4972-B22C-C658DF95D595}" srcOrd="0" destOrd="0" presId="urn:microsoft.com/office/officeart/2008/layout/AlternatingHexagons"/>
    <dgm:cxn modelId="{EC50BEB9-6A2C-4FDC-AB2B-64568FB4B317}" type="presParOf" srcId="{D135CADB-5903-48F2-B35E-AC152751331A}" destId="{28E38B68-F646-4655-9A3B-0A97C75A4D24}" srcOrd="1" destOrd="0" presId="urn:microsoft.com/office/officeart/2008/layout/AlternatingHexagons"/>
    <dgm:cxn modelId="{8616BA35-5203-4FA8-BA0D-7E7A0DBBF34C}" type="presParOf" srcId="{D135CADB-5903-48F2-B35E-AC152751331A}" destId="{617AF015-309C-4F89-B80F-29C0CC62430B}" srcOrd="2" destOrd="0" presId="urn:microsoft.com/office/officeart/2008/layout/AlternatingHexagons"/>
    <dgm:cxn modelId="{C5C8B00E-4982-44EF-A0F2-B3498BFDA746}" type="presParOf" srcId="{D135CADB-5903-48F2-B35E-AC152751331A}" destId="{D2DA5A57-91E6-4997-B065-DDEB8D26FAA5}" srcOrd="3" destOrd="0" presId="urn:microsoft.com/office/officeart/2008/layout/AlternatingHexagons"/>
    <dgm:cxn modelId="{9050D387-1C49-4EB7-A9F1-571C417806AB}" type="presParOf" srcId="{D135CADB-5903-48F2-B35E-AC152751331A}" destId="{0F981861-E954-424D-A5D2-94F017950428}" srcOrd="4" destOrd="0" presId="urn:microsoft.com/office/officeart/2008/layout/AlternatingHexagons"/>
    <dgm:cxn modelId="{11951523-53A4-441A-A144-969B2D02A899}" type="presParOf" srcId="{CA1D5AB6-3402-46E4-9417-83E728FBF7A3}" destId="{8ECE4851-FF42-4039-8348-E2C2FEA4376D}" srcOrd="1" destOrd="0" presId="urn:microsoft.com/office/officeart/2008/layout/AlternatingHexagons"/>
    <dgm:cxn modelId="{C7CFE84C-6D29-4FCA-B8EF-62F135AFF9CC}" type="presParOf" srcId="{CA1D5AB6-3402-46E4-9417-83E728FBF7A3}" destId="{851C57D9-198F-4A1D-8336-DD85F9B1DD7C}" srcOrd="2" destOrd="0" presId="urn:microsoft.com/office/officeart/2008/layout/AlternatingHexagons"/>
    <dgm:cxn modelId="{452DBAA5-1710-4127-B1D9-F62702EBE1C1}" type="presParOf" srcId="{851C57D9-198F-4A1D-8336-DD85F9B1DD7C}" destId="{4FCFF550-2F5E-4866-AA8C-1C611B0D2352}" srcOrd="0" destOrd="0" presId="urn:microsoft.com/office/officeart/2008/layout/AlternatingHexagons"/>
    <dgm:cxn modelId="{6B141114-83DB-4661-A741-65B3F3BA36B2}" type="presParOf" srcId="{851C57D9-198F-4A1D-8336-DD85F9B1DD7C}" destId="{C2481A03-1C6A-4C40-AB1A-504E105773BD}" srcOrd="1" destOrd="0" presId="urn:microsoft.com/office/officeart/2008/layout/AlternatingHexagons"/>
    <dgm:cxn modelId="{235BA202-A1E0-4685-9D1B-7DBC4426892D}" type="presParOf" srcId="{851C57D9-198F-4A1D-8336-DD85F9B1DD7C}" destId="{2AE1D8C7-57C2-4F37-93CF-572DB8D42936}" srcOrd="2" destOrd="0" presId="urn:microsoft.com/office/officeart/2008/layout/AlternatingHexagons"/>
    <dgm:cxn modelId="{2A745698-F05B-4E1D-9524-936966438D89}" type="presParOf" srcId="{851C57D9-198F-4A1D-8336-DD85F9B1DD7C}" destId="{02733A0C-340D-46FA-809A-F7A0D946769E}" srcOrd="3" destOrd="0" presId="urn:microsoft.com/office/officeart/2008/layout/AlternatingHexagons"/>
    <dgm:cxn modelId="{DAA86A24-9A49-4E76-AE70-FFEA4012678F}" type="presParOf" srcId="{851C57D9-198F-4A1D-8336-DD85F9B1DD7C}" destId="{AB30BE41-0A2C-448B-9A2C-86995C05257D}" srcOrd="4" destOrd="0" presId="urn:microsoft.com/office/officeart/2008/layout/AlternatingHexagons"/>
    <dgm:cxn modelId="{4AE588B0-3371-406C-A940-D70E50518D77}" type="presParOf" srcId="{CA1D5AB6-3402-46E4-9417-83E728FBF7A3}" destId="{E25F8B90-33A3-4040-BBFC-EC33BB797805}" srcOrd="3" destOrd="0" presId="urn:microsoft.com/office/officeart/2008/layout/AlternatingHexagons"/>
    <dgm:cxn modelId="{DFFBED5C-14AD-4CA5-A47B-2960D761E1BF}" type="presParOf" srcId="{CA1D5AB6-3402-46E4-9417-83E728FBF7A3}" destId="{1659B81B-A66B-4730-9BB1-55CF113609C1}" srcOrd="4" destOrd="0" presId="urn:microsoft.com/office/officeart/2008/layout/AlternatingHexagons"/>
    <dgm:cxn modelId="{D3AA9ED2-4ADB-4284-89E4-88DB84570207}" type="presParOf" srcId="{1659B81B-A66B-4730-9BB1-55CF113609C1}" destId="{D45C71BF-E0D8-4B28-A463-E813AFDD46DF}" srcOrd="0" destOrd="0" presId="urn:microsoft.com/office/officeart/2008/layout/AlternatingHexagons"/>
    <dgm:cxn modelId="{66C2CD70-F98F-4817-90A4-B7B17E03CAAD}" type="presParOf" srcId="{1659B81B-A66B-4730-9BB1-55CF113609C1}" destId="{9D98A64C-003A-4DBE-AD71-452D6C76840E}" srcOrd="1" destOrd="0" presId="urn:microsoft.com/office/officeart/2008/layout/AlternatingHexagons"/>
    <dgm:cxn modelId="{4F1B1C4F-5E42-46F4-B469-19F6695371E6}" type="presParOf" srcId="{1659B81B-A66B-4730-9BB1-55CF113609C1}" destId="{A3DA9857-A9E7-4961-BEA4-E0A527E183B7}" srcOrd="2" destOrd="0" presId="urn:microsoft.com/office/officeart/2008/layout/AlternatingHexagons"/>
    <dgm:cxn modelId="{9F064411-2DDB-40EB-8A96-5D01C84F63CC}" type="presParOf" srcId="{1659B81B-A66B-4730-9BB1-55CF113609C1}" destId="{73900001-32BD-4327-8D16-F4EB155F00D8}" srcOrd="3" destOrd="0" presId="urn:microsoft.com/office/officeart/2008/layout/AlternatingHexagons"/>
    <dgm:cxn modelId="{B2F17FA3-F645-4930-9320-F202B5C20F3B}" type="presParOf" srcId="{1659B81B-A66B-4730-9BB1-55CF113609C1}" destId="{EE1D5301-8A25-4890-99BA-11E517A37DF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2C88F-76E0-4972-B22C-C658DF95D595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13106"/>
        <a:ext cx="1202866" cy="1382606"/>
      </dsp:txXfrm>
    </dsp:sp>
    <dsp:sp modelId="{28E38B68-F646-4655-9A3B-0A97C75A4D24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401821"/>
        <a:ext cx="2241629" cy="1205177"/>
      </dsp:txXfrm>
    </dsp:sp>
    <dsp:sp modelId="{0F981861-E954-424D-A5D2-94F017950428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13106"/>
        <a:ext cx="1202866" cy="1382606"/>
      </dsp:txXfrm>
    </dsp:sp>
    <dsp:sp modelId="{4FCFF550-2F5E-4866-AA8C-1C611B0D235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2962418" y="2018030"/>
        <a:ext cx="1202866" cy="1382606"/>
      </dsp:txXfrm>
    </dsp:sp>
    <dsp:sp modelId="{C2481A03-1C6A-4C40-AB1A-504E105773BD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448468" y="2106744"/>
        <a:ext cx="2169318" cy="1205177"/>
      </dsp:txXfrm>
    </dsp:sp>
    <dsp:sp modelId="{AB30BE41-0A2C-448B-9A2C-86995C05257D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4849725" y="2018030"/>
        <a:ext cx="1202866" cy="1382606"/>
      </dsp:txXfrm>
    </dsp:sp>
    <dsp:sp modelId="{D45C71BF-E0D8-4B28-A463-E813AFDD46DF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300" kern="1200"/>
        </a:p>
      </dsp:txBody>
      <dsp:txXfrm rot="-5400000">
        <a:off x="3909687" y="3722953"/>
        <a:ext cx="1202866" cy="1382606"/>
      </dsp:txXfrm>
    </dsp:sp>
    <dsp:sp modelId="{9D98A64C-003A-4DBE-AD71-452D6C76840E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>
        <a:off x="5437901" y="3811668"/>
        <a:ext cx="2241629" cy="1205177"/>
      </dsp:txXfrm>
    </dsp:sp>
    <dsp:sp modelId="{EE1D5301-8A25-4890-99BA-11E517A37DFD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8DB8-98C5-0165-10F8-18575E0A1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71C4D-5F6C-38FA-F9CE-A059FD368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9DAB-2961-581A-E5BE-CF70EBFD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4FA4-07D8-AF0F-1792-B62F364F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99D99-B90F-6EFC-65EF-8039F585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014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0221-C9A2-D65A-0F88-6204F85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9ECB-FBCF-5F07-DC2A-DE671C8E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A0327-9BDC-AA66-5A48-BC8112AD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CA9A2-BC9B-6D61-D7D8-937671D4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24135-4797-79C6-8FA0-1ED3DB41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466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4EE3-BECA-5ECE-C086-A74FEC47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4678C-C171-F2BE-24D6-AC14C869F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A0F9-66E5-89FC-3559-79AFD2D7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EE7E-B306-824E-E668-3B31EA7E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89124-76DF-5B5B-C646-463A7D3C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234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B018-35B9-07FE-CB1B-A41D029D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0DA2-4ACF-0AB4-5186-65EB59E03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640DF-993B-6CB6-C8A0-B9A65A0FA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94BD6-1E85-6082-C0B3-DE8C55D1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1435A-9D53-BBFA-275D-D57B255D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C74C7-EF87-A27F-9523-C0F0AC8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322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8012-1B0E-EDF4-C63C-59782D9E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CF89-ED73-7B6F-48B1-03F1E3A90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52B42-A4E8-CA55-9A74-E22E2016A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FAA98-27C7-BB4C-ED48-86129F7A4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03BA5-FC25-0098-3567-1968F9C64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3B2F2-E069-01D8-5241-A077F560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4AC24-A75C-DC5B-D515-C1FE2498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2D5AC-481E-5129-9BF8-CDEF74D2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08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51B1-8429-C1E4-300A-0DC8F2A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9BFD6-20AA-1C6A-ADA7-FBF14962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7688E-7AC9-8FA7-AE8A-3ADC14A2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67375-42D7-AE6C-AC3B-FBFFF3E6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879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63592-36DD-529D-4E1D-D307DDB2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24EBC-843E-D1E1-FA37-8E17630E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473BD-65A3-E89C-3560-95430369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8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9EE3-6A1C-8494-713E-8991418C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FBAF-FFE7-CC42-8BA6-DE2D72409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36645-7A23-6B29-2908-167D3A420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39058-0C9B-E86A-E7EA-6CF4E91B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81EFB-3CA6-DD62-39D5-5D51A9A9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42D68-CE70-6FDF-CF2F-817687B1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53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155B-72B1-338F-1373-1B879D46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0B391-EFA0-28A9-FEEA-CB61BEB66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E8D1B-6E28-E26C-1D58-39A1AD5E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29C22-B522-8401-4A8C-2ADF005B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F6498-B483-AC44-A87B-B442D31C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9338-972B-0AB3-42CA-9EDE0CA1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514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CEA2-3518-A1E4-858A-2EEF4998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D209C-A422-7320-BC21-7BF31596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94A8-E274-D9F3-8066-A3A8D8CD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B0C7-70F1-7920-664F-6F2E15E6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B0929-6986-5B92-0404-A5115554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566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1578B-64C5-A5F8-21A4-ABE92B514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2E49B-754C-234E-4C65-E0442904A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5DB8D-2224-AEA5-C77B-5AA58949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D2AB-D0CE-B1AD-827B-ADF6D2CF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36C87-A95D-CCDB-29C2-CEB57E33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0586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49C23-CC9C-FDC7-3C8E-1AF6185E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D2BFA-38CB-7B71-92E0-3E62793DE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4595-340C-4FEC-B72D-E9557D3FA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A1141-6251-474B-B749-D5B241835E3F}" type="datetimeFigureOut">
              <a:rPr lang="en-PH" smtClean="0"/>
              <a:t>2026-07-05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5BDA-D4EA-9580-AAF0-E6756C4C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928FE-E183-DA21-68CC-5FE894A2C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DA027-E974-4C03-83D6-2DAE2271BC4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7719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E86E-D006-57E9-4B5E-E0E43231BA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96818-6B76-4B7F-B37D-997EC66C0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42733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ABEE16-A5F4-C27D-CC81-D4EEFEB2C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009730"/>
              </p:ext>
            </p:extLst>
          </p:nvPr>
        </p:nvGraphicFramePr>
        <p:xfrm>
          <a:off x="878449" y="633047"/>
          <a:ext cx="4453206" cy="4379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697ED2-6AAF-E910-4DE0-854603801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172746"/>
              </p:ext>
            </p:extLst>
          </p:nvPr>
        </p:nvGraphicFramePr>
        <p:xfrm>
          <a:off x="6096000" y="633048"/>
          <a:ext cx="4678290" cy="4379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810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5843E-52D7-9927-0BD4-7D07B2F1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2DF535-8A3B-358E-CDED-0FAE5DEEC41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Ellie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90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015D-3575-932D-C3E5-EAF16F20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72029-EA4A-275F-32B6-0094C35CEB4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677451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90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1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3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87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4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Ellie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2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22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29D0-AB93-8B32-5EE1-C6DBA725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1C4DC37-6199-83FD-EEA2-E74EDF26E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396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340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ADC2-42E5-09EB-ABD9-B4B5F0C6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0025E0D-54AF-D013-F59C-C4E6B1F9B90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929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Bejon Miñada</dc:creator>
  <cp:lastModifiedBy>Bejon Miñada</cp:lastModifiedBy>
  <cp:revision>3</cp:revision>
  <dcterms:created xsi:type="dcterms:W3CDTF">2026-07-04T19:25:47Z</dcterms:created>
  <dcterms:modified xsi:type="dcterms:W3CDTF">2026-07-04T22:24:08Z</dcterms:modified>
</cp:coreProperties>
</file>